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13"/>
  </p:notesMasterIdLst>
  <p:sldIdLst>
    <p:sldId id="659" r:id="rId5"/>
    <p:sldId id="660" r:id="rId6"/>
    <p:sldId id="661" r:id="rId7"/>
    <p:sldId id="662" r:id="rId8"/>
    <p:sldId id="663" r:id="rId9"/>
    <p:sldId id="664" r:id="rId10"/>
    <p:sldId id="665" r:id="rId11"/>
    <p:sldId id="645" r:id="rId12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dKHYQXJm/S9oouX1nyG88g==" hashData="pKtHQ20ykxXqhGaYW2Z6fiDnDwb90ogtsP5HAJAIGTggHPH85IReO7JP4LF+DbPPzIDreofKy+UdOQo8h5GY9Q=="/>
  <p:extLst>
    <p:ext uri="{EFAFB233-063F-42B5-8137-9DF3F51BA10A}">
      <p15:sldGuideLst xmlns:p15="http://schemas.microsoft.com/office/powerpoint/2012/main">
        <p15:guide id="1" orient="horz" pos="431" userDrawn="1">
          <p15:clr>
            <a:srgbClr val="A4A3A4"/>
          </p15:clr>
        </p15:guide>
        <p15:guide id="2" orient="horz" pos="2880" userDrawn="1">
          <p15:clr>
            <a:srgbClr val="A4A3A4"/>
          </p15:clr>
        </p15:guide>
        <p15:guide id="3" orient="horz" pos="521" userDrawn="1">
          <p15:clr>
            <a:srgbClr val="A4A3A4"/>
          </p15:clr>
        </p15:guide>
        <p15:guide id="5" orient="horz" pos="2136" userDrawn="1">
          <p15:clr>
            <a:srgbClr val="A4A3A4"/>
          </p15:clr>
        </p15:guide>
        <p15:guide id="6" orient="horz" pos="3648" userDrawn="1">
          <p15:clr>
            <a:srgbClr val="A4A3A4"/>
          </p15:clr>
        </p15:guide>
        <p15:guide id="7" pos="512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D40AC38-2664-05E0-B402-A19237358FE9}" name="Sreelakshmi C V" initials="SCV" userId="S::sreelakshmi.cv@simplilearn.com::9536a640-3660-4b90-8982-e23c8a96473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F93"/>
    <a:srgbClr val="3D9CD8"/>
    <a:srgbClr val="A8D3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C0FC6B-F625-49D4-9459-1C0B33BE452E}" v="3" dt="2023-12-21T06:23:49.8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1128" y="66"/>
      </p:cViewPr>
      <p:guideLst>
        <p:guide orient="horz" pos="431"/>
        <p:guide orient="horz" pos="2880"/>
        <p:guide orient="horz" pos="521"/>
        <p:guide orient="horz" pos="2136"/>
        <p:guide orient="horz" pos="3648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hresh PS" userId="6aaba706-7cac-4f49-bd78-392633c5ba9f" providerId="ADAL" clId="{F4C0FC6B-F625-49D4-9459-1C0B33BE452E}"/>
    <pc:docChg chg="modSld">
      <pc:chgData name="Athresh PS" userId="6aaba706-7cac-4f49-bd78-392633c5ba9f" providerId="ADAL" clId="{F4C0FC6B-F625-49D4-9459-1C0B33BE452E}" dt="2023-12-21T06:23:49.810" v="2" actId="1036"/>
      <pc:docMkLst>
        <pc:docMk/>
      </pc:docMkLst>
      <pc:sldChg chg="modSp mod">
        <pc:chgData name="Athresh PS" userId="6aaba706-7cac-4f49-bd78-392633c5ba9f" providerId="ADAL" clId="{F4C0FC6B-F625-49D4-9459-1C0B33BE452E}" dt="2023-12-21T06:23:34.343" v="0" actId="1036"/>
        <pc:sldMkLst>
          <pc:docMk/>
          <pc:sldMk cId="1464804509" sldId="660"/>
        </pc:sldMkLst>
        <pc:spChg chg="mod">
          <ac:chgData name="Athresh PS" userId="6aaba706-7cac-4f49-bd78-392633c5ba9f" providerId="ADAL" clId="{F4C0FC6B-F625-49D4-9459-1C0B33BE452E}" dt="2023-12-21T06:23:34.343" v="0" actId="1036"/>
          <ac:spMkLst>
            <pc:docMk/>
            <pc:sldMk cId="1464804509" sldId="660"/>
            <ac:spMk id="6" creationId="{FC73607E-1485-53B7-6398-D2562312253B}"/>
          </ac:spMkLst>
        </pc:spChg>
      </pc:sldChg>
      <pc:sldChg chg="modSp mod">
        <pc:chgData name="Athresh PS" userId="6aaba706-7cac-4f49-bd78-392633c5ba9f" providerId="ADAL" clId="{F4C0FC6B-F625-49D4-9459-1C0B33BE452E}" dt="2023-12-21T06:23:42.676" v="1" actId="1036"/>
        <pc:sldMkLst>
          <pc:docMk/>
          <pc:sldMk cId="2011865597" sldId="662"/>
        </pc:sldMkLst>
        <pc:spChg chg="mod">
          <ac:chgData name="Athresh PS" userId="6aaba706-7cac-4f49-bd78-392633c5ba9f" providerId="ADAL" clId="{F4C0FC6B-F625-49D4-9459-1C0B33BE452E}" dt="2023-12-21T06:23:42.676" v="1" actId="1036"/>
          <ac:spMkLst>
            <pc:docMk/>
            <pc:sldMk cId="2011865597" sldId="662"/>
            <ac:spMk id="6" creationId="{C7FDFFCA-1F15-1383-EA51-8F9420F6B04E}"/>
          </ac:spMkLst>
        </pc:spChg>
      </pc:sldChg>
      <pc:sldChg chg="modSp mod">
        <pc:chgData name="Athresh PS" userId="6aaba706-7cac-4f49-bd78-392633c5ba9f" providerId="ADAL" clId="{F4C0FC6B-F625-49D4-9459-1C0B33BE452E}" dt="2023-12-21T06:23:49.810" v="2" actId="1036"/>
        <pc:sldMkLst>
          <pc:docMk/>
          <pc:sldMk cId="675434464" sldId="664"/>
        </pc:sldMkLst>
        <pc:spChg chg="mod">
          <ac:chgData name="Athresh PS" userId="6aaba706-7cac-4f49-bd78-392633c5ba9f" providerId="ADAL" clId="{F4C0FC6B-F625-49D4-9459-1C0B33BE452E}" dt="2023-12-21T06:23:49.810" v="2" actId="1036"/>
          <ac:spMkLst>
            <pc:docMk/>
            <pc:sldMk cId="675434464" sldId="664"/>
            <ac:spMk id="6" creationId="{139AB408-0CFC-83B1-4AF0-9264B672A1C1}"/>
          </ac:spMkLst>
        </pc:spChg>
      </pc:sldChg>
    </pc:docChg>
  </pc:docChgLst>
  <pc:docChgLst>
    <pc:chgData name="Sreelakshmi C V" userId="9536a640-3660-4b90-8982-e23c8a964739" providerId="ADAL" clId="{180BA712-9109-4BD5-94B0-CF15DFAB9457}"/>
    <pc:docChg chg="undo redo custSel modSld">
      <pc:chgData name="Sreelakshmi C V" userId="9536a640-3660-4b90-8982-e23c8a964739" providerId="ADAL" clId="{180BA712-9109-4BD5-94B0-CF15DFAB9457}" dt="2023-06-22T06:13:54.323" v="80" actId="1076"/>
      <pc:docMkLst>
        <pc:docMk/>
      </pc:docMkLst>
      <pc:sldChg chg="addSp delSp modSp mod delCm">
        <pc:chgData name="Sreelakshmi C V" userId="9536a640-3660-4b90-8982-e23c8a964739" providerId="ADAL" clId="{180BA712-9109-4BD5-94B0-CF15DFAB9457}" dt="2023-06-22T06:11:51.913" v="28"/>
        <pc:sldMkLst>
          <pc:docMk/>
          <pc:sldMk cId="1630745347" sldId="374"/>
        </pc:sldMkLst>
        <pc:spChg chg="add del">
          <ac:chgData name="Sreelakshmi C V" userId="9536a640-3660-4b90-8982-e23c8a964739" providerId="ADAL" clId="{180BA712-9109-4BD5-94B0-CF15DFAB9457}" dt="2023-06-22T06:11:51.304" v="27" actId="478"/>
          <ac:spMkLst>
            <pc:docMk/>
            <pc:sldMk cId="1630745347" sldId="374"/>
            <ac:spMk id="2" creationId="{69BB0862-521A-27A1-D997-DEBC98FF86BE}"/>
          </ac:spMkLst>
        </pc:spChg>
        <pc:spChg chg="add del mod">
          <ac:chgData name="Sreelakshmi C V" userId="9536a640-3660-4b90-8982-e23c8a964739" providerId="ADAL" clId="{180BA712-9109-4BD5-94B0-CF15DFAB9457}" dt="2023-06-22T06:11:51.913" v="28"/>
          <ac:spMkLst>
            <pc:docMk/>
            <pc:sldMk cId="1630745347" sldId="374"/>
            <ac:spMk id="5" creationId="{37B89F11-9591-139C-DD75-36A37E949ADA}"/>
          </ac:spMkLst>
        </pc:spChg>
        <pc:spChg chg="mod">
          <ac:chgData name="Sreelakshmi C V" userId="9536a640-3660-4b90-8982-e23c8a964739" providerId="ADAL" clId="{180BA712-9109-4BD5-94B0-CF15DFAB9457}" dt="2023-06-22T06:10:40.931" v="8" actId="20577"/>
          <ac:spMkLst>
            <pc:docMk/>
            <pc:sldMk cId="1630745347" sldId="374"/>
            <ac:spMk id="231" creationId="{00000000-0000-0000-0000-000000000000}"/>
          </ac:spMkLst>
        </pc:spChg>
        <pc:spChg chg="mod">
          <ac:chgData name="Sreelakshmi C V" userId="9536a640-3660-4b90-8982-e23c8a964739" providerId="ADAL" clId="{180BA712-9109-4BD5-94B0-CF15DFAB9457}" dt="2023-06-22T06:10:45.369" v="10" actId="20577"/>
          <ac:spMkLst>
            <pc:docMk/>
            <pc:sldMk cId="1630745347" sldId="374"/>
            <ac:spMk id="234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reelakshmi C V" userId="9536a640-3660-4b90-8982-e23c8a964739" providerId="ADAL" clId="{180BA712-9109-4BD5-94B0-CF15DFAB9457}" dt="2023-06-22T06:10:21.685" v="0"/>
              <pc2:cmMkLst xmlns:pc2="http://schemas.microsoft.com/office/powerpoint/2019/9/main/command">
                <pc:docMk/>
                <pc:sldMk cId="1630745347" sldId="374"/>
                <pc2:cmMk id="{C76D89FF-1E4B-425D-B1EA-C276CA781789}"/>
              </pc2:cmMkLst>
            </pc226:cmChg>
          </p:ext>
        </pc:extLst>
      </pc:sldChg>
      <pc:sldChg chg="modSp mod modNotesTx">
        <pc:chgData name="Sreelakshmi C V" userId="9536a640-3660-4b90-8982-e23c8a964739" providerId="ADAL" clId="{180BA712-9109-4BD5-94B0-CF15DFAB9457}" dt="2023-06-22T06:13:54.323" v="80" actId="1076"/>
        <pc:sldMkLst>
          <pc:docMk/>
          <pc:sldMk cId="4190178642" sldId="375"/>
        </pc:sldMkLst>
        <pc:spChg chg="mod">
          <ac:chgData name="Sreelakshmi C V" userId="9536a640-3660-4b90-8982-e23c8a964739" providerId="ADAL" clId="{180BA712-9109-4BD5-94B0-CF15DFAB9457}" dt="2023-06-22T06:11:46.963" v="24" actId="20577"/>
          <ac:spMkLst>
            <pc:docMk/>
            <pc:sldMk cId="4190178642" sldId="375"/>
            <ac:spMk id="2" creationId="{DCD99E93-BB31-4C13-F731-5733918FEE2A}"/>
          </ac:spMkLst>
        </pc:spChg>
        <pc:spChg chg="mod">
          <ac:chgData name="Sreelakshmi C V" userId="9536a640-3660-4b90-8982-e23c8a964739" providerId="ADAL" clId="{180BA712-9109-4BD5-94B0-CF15DFAB9457}" dt="2023-06-22T06:13:54.323" v="80" actId="1076"/>
          <ac:spMkLst>
            <pc:docMk/>
            <pc:sldMk cId="4190178642" sldId="375"/>
            <ac:spMk id="528" creationId="{00000000-0000-0000-0000-000000000000}"/>
          </ac:spMkLst>
        </pc:spChg>
        <pc:spChg chg="mod">
          <ac:chgData name="Sreelakshmi C V" userId="9536a640-3660-4b90-8982-e23c8a964739" providerId="ADAL" clId="{180BA712-9109-4BD5-94B0-CF15DFAB9457}" dt="2023-06-22T06:12:25.087" v="56" actId="20577"/>
          <ac:spMkLst>
            <pc:docMk/>
            <pc:sldMk cId="4190178642" sldId="375"/>
            <ac:spMk id="531" creationId="{00000000-0000-0000-0000-000000000000}"/>
          </ac:spMkLst>
        </pc:spChg>
      </pc:sldChg>
    </pc:docChg>
  </pc:docChgLst>
  <pc:docChgLst>
    <pc:chgData name="Aishwarya B" userId="0867edd5-7bf9-49fb-9002-3cb2c79b09e0" providerId="ADAL" clId="{D6A9796A-5DC8-43CC-A80D-7675E7C6C81E}"/>
    <pc:docChg chg="undo redo custSel modSld">
      <pc:chgData name="Aishwarya B" userId="0867edd5-7bf9-49fb-9002-3cb2c79b09e0" providerId="ADAL" clId="{D6A9796A-5DC8-43CC-A80D-7675E7C6C81E}" dt="2023-12-20T10:00:04.834" v="76" actId="20577"/>
      <pc:docMkLst>
        <pc:docMk/>
      </pc:docMkLst>
      <pc:sldChg chg="modSp mod">
        <pc:chgData name="Aishwarya B" userId="0867edd5-7bf9-49fb-9002-3cb2c79b09e0" providerId="ADAL" clId="{D6A9796A-5DC8-43CC-A80D-7675E7C6C81E}" dt="2023-12-20T10:00:04.834" v="76" actId="20577"/>
        <pc:sldMkLst>
          <pc:docMk/>
          <pc:sldMk cId="1464804509" sldId="660"/>
        </pc:sldMkLst>
        <pc:spChg chg="mod">
          <ac:chgData name="Aishwarya B" userId="0867edd5-7bf9-49fb-9002-3cb2c79b09e0" providerId="ADAL" clId="{D6A9796A-5DC8-43CC-A80D-7675E7C6C81E}" dt="2023-12-20T10:00:04.834" v="76" actId="20577"/>
          <ac:spMkLst>
            <pc:docMk/>
            <pc:sldMk cId="1464804509" sldId="660"/>
            <ac:spMk id="4" creationId="{A8ACC9EE-927D-CC2D-1A96-94066F9DCA79}"/>
          </ac:spMkLst>
        </pc:spChg>
        <pc:spChg chg="mod">
          <ac:chgData name="Aishwarya B" userId="0867edd5-7bf9-49fb-9002-3cb2c79b09e0" providerId="ADAL" clId="{D6A9796A-5DC8-43CC-A80D-7675E7C6C81E}" dt="2023-12-20T09:47:33.013" v="7" actId="20577"/>
          <ac:spMkLst>
            <pc:docMk/>
            <pc:sldMk cId="1464804509" sldId="660"/>
            <ac:spMk id="6" creationId="{FC73607E-1485-53B7-6398-D2562312253B}"/>
          </ac:spMkLst>
        </pc:spChg>
      </pc:sldChg>
      <pc:sldChg chg="modSp mod">
        <pc:chgData name="Aishwarya B" userId="0867edd5-7bf9-49fb-9002-3cb2c79b09e0" providerId="ADAL" clId="{D6A9796A-5DC8-43CC-A80D-7675E7C6C81E}" dt="2023-12-20T09:59:51.427" v="73" actId="20577"/>
        <pc:sldMkLst>
          <pc:docMk/>
          <pc:sldMk cId="2787622789" sldId="661"/>
        </pc:sldMkLst>
        <pc:spChg chg="mod">
          <ac:chgData name="Aishwarya B" userId="0867edd5-7bf9-49fb-9002-3cb2c79b09e0" providerId="ADAL" clId="{D6A9796A-5DC8-43CC-A80D-7675E7C6C81E}" dt="2023-12-20T09:49:20.746" v="16"/>
          <ac:spMkLst>
            <pc:docMk/>
            <pc:sldMk cId="2787622789" sldId="661"/>
            <ac:spMk id="3" creationId="{33CE3629-3E45-B218-DA87-C5B6898777E8}"/>
          </ac:spMkLst>
        </pc:spChg>
        <pc:spChg chg="mod">
          <ac:chgData name="Aishwarya B" userId="0867edd5-7bf9-49fb-9002-3cb2c79b09e0" providerId="ADAL" clId="{D6A9796A-5DC8-43CC-A80D-7675E7C6C81E}" dt="2023-12-20T09:47:24.552" v="5" actId="20577"/>
          <ac:spMkLst>
            <pc:docMk/>
            <pc:sldMk cId="2787622789" sldId="661"/>
            <ac:spMk id="8" creationId="{1E7F78FC-DD13-4490-61CB-FBFA30B6DF50}"/>
          </ac:spMkLst>
        </pc:spChg>
        <pc:spChg chg="mod">
          <ac:chgData name="Aishwarya B" userId="0867edd5-7bf9-49fb-9002-3cb2c79b09e0" providerId="ADAL" clId="{D6A9796A-5DC8-43CC-A80D-7675E7C6C81E}" dt="2023-12-20T09:59:51.427" v="73" actId="20577"/>
          <ac:spMkLst>
            <pc:docMk/>
            <pc:sldMk cId="2787622789" sldId="661"/>
            <ac:spMk id="13" creationId="{02FAB5CE-BC07-3E71-86D5-BD4B7A84B9C5}"/>
          </ac:spMkLst>
        </pc:spChg>
      </pc:sldChg>
      <pc:sldChg chg="modSp mod">
        <pc:chgData name="Aishwarya B" userId="0867edd5-7bf9-49fb-9002-3cb2c79b09e0" providerId="ADAL" clId="{D6A9796A-5DC8-43CC-A80D-7675E7C6C81E}" dt="2023-12-20T09:52:10.669" v="29" actId="20577"/>
        <pc:sldMkLst>
          <pc:docMk/>
          <pc:sldMk cId="2011865597" sldId="662"/>
        </pc:sldMkLst>
        <pc:spChg chg="mod">
          <ac:chgData name="Aishwarya B" userId="0867edd5-7bf9-49fb-9002-3cb2c79b09e0" providerId="ADAL" clId="{D6A9796A-5DC8-43CC-A80D-7675E7C6C81E}" dt="2023-12-20T09:52:10.669" v="29" actId="20577"/>
          <ac:spMkLst>
            <pc:docMk/>
            <pc:sldMk cId="2011865597" sldId="662"/>
            <ac:spMk id="4" creationId="{CD8F4FEB-18AB-D5AB-A767-9E9778DB0CD5}"/>
          </ac:spMkLst>
        </pc:spChg>
      </pc:sldChg>
      <pc:sldChg chg="modSp mod">
        <pc:chgData name="Aishwarya B" userId="0867edd5-7bf9-49fb-9002-3cb2c79b09e0" providerId="ADAL" clId="{D6A9796A-5DC8-43CC-A80D-7675E7C6C81E}" dt="2023-12-20T09:52:58.074" v="58" actId="20577"/>
        <pc:sldMkLst>
          <pc:docMk/>
          <pc:sldMk cId="637097372" sldId="663"/>
        </pc:sldMkLst>
        <pc:spChg chg="mod">
          <ac:chgData name="Aishwarya B" userId="0867edd5-7bf9-49fb-9002-3cb2c79b09e0" providerId="ADAL" clId="{D6A9796A-5DC8-43CC-A80D-7675E7C6C81E}" dt="2023-12-20T09:52:58.074" v="58" actId="20577"/>
          <ac:spMkLst>
            <pc:docMk/>
            <pc:sldMk cId="637097372" sldId="663"/>
            <ac:spMk id="3" creationId="{B4481E4B-EA70-7299-CF63-E51D930B711E}"/>
          </ac:spMkLst>
        </pc:spChg>
        <pc:spChg chg="mod">
          <ac:chgData name="Aishwarya B" userId="0867edd5-7bf9-49fb-9002-3cb2c79b09e0" providerId="ADAL" clId="{D6A9796A-5DC8-43CC-A80D-7675E7C6C81E}" dt="2023-12-20T09:52:33.779" v="38" actId="20577"/>
          <ac:spMkLst>
            <pc:docMk/>
            <pc:sldMk cId="637097372" sldId="663"/>
            <ac:spMk id="13" creationId="{BF73B939-A185-F430-97C3-A22D21AB2A3C}"/>
          </ac:spMkLst>
        </pc:spChg>
      </pc:sldChg>
      <pc:sldChg chg="modSp mod">
        <pc:chgData name="Aishwarya B" userId="0867edd5-7bf9-49fb-9002-3cb2c79b09e0" providerId="ADAL" clId="{D6A9796A-5DC8-43CC-A80D-7675E7C6C81E}" dt="2023-12-20T09:54:39.512" v="60"/>
        <pc:sldMkLst>
          <pc:docMk/>
          <pc:sldMk cId="3199489372" sldId="665"/>
        </pc:sldMkLst>
        <pc:spChg chg="mod">
          <ac:chgData name="Aishwarya B" userId="0867edd5-7bf9-49fb-9002-3cb2c79b09e0" providerId="ADAL" clId="{D6A9796A-5DC8-43CC-A80D-7675E7C6C81E}" dt="2023-12-20T09:54:39.512" v="60"/>
          <ac:spMkLst>
            <pc:docMk/>
            <pc:sldMk cId="3199489372" sldId="665"/>
            <ac:spMk id="3" creationId="{F00F8B20-50EC-FC37-B027-15000551B0F9}"/>
          </ac:spMkLst>
        </pc:spChg>
      </pc:sldChg>
    </pc:docChg>
  </pc:docChgLst>
  <pc:docChgLst>
    <pc:chgData name="Roop Kumar" userId="ec229fc9-1ae5-4424-ad91-f4b472f033de" providerId="ADAL" clId="{524ABF40-5CC8-4643-9695-8DEFEBEE3FEA}"/>
    <pc:docChg chg="custSel addSld delSld modSld">
      <pc:chgData name="Roop Kumar" userId="ec229fc9-1ae5-4424-ad91-f4b472f033de" providerId="ADAL" clId="{524ABF40-5CC8-4643-9695-8DEFEBEE3FEA}" dt="2023-06-02T13:09:43.123" v="77" actId="12788"/>
      <pc:docMkLst>
        <pc:docMk/>
      </pc:docMkLst>
      <pc:sldChg chg="modSp mod">
        <pc:chgData name="Roop Kumar" userId="ec229fc9-1ae5-4424-ad91-f4b472f033de" providerId="ADAL" clId="{524ABF40-5CC8-4643-9695-8DEFEBEE3FEA}" dt="2023-06-02T13:06:45.987" v="63" actId="12788"/>
        <pc:sldMkLst>
          <pc:docMk/>
          <pc:sldMk cId="2601605890" sldId="494"/>
        </pc:sldMkLst>
        <pc:spChg chg="mod">
          <ac:chgData name="Roop Kumar" userId="ec229fc9-1ae5-4424-ad91-f4b472f033de" providerId="ADAL" clId="{524ABF40-5CC8-4643-9695-8DEFEBEE3FEA}" dt="2023-06-02T13:06:45.987" v="63" actId="12788"/>
          <ac:spMkLst>
            <pc:docMk/>
            <pc:sldMk cId="2601605890" sldId="494"/>
            <ac:spMk id="341" creationId="{00000000-0000-0000-0000-000000000000}"/>
          </ac:spMkLst>
        </pc:spChg>
      </pc:sldChg>
      <pc:sldChg chg="modSp mod">
        <pc:chgData name="Roop Kumar" userId="ec229fc9-1ae5-4424-ad91-f4b472f033de" providerId="ADAL" clId="{524ABF40-5CC8-4643-9695-8DEFEBEE3FEA}" dt="2023-06-02T13:08:20.539" v="68" actId="12788"/>
        <pc:sldMkLst>
          <pc:docMk/>
          <pc:sldMk cId="849722494" sldId="560"/>
        </pc:sldMkLst>
        <pc:spChg chg="mod">
          <ac:chgData name="Roop Kumar" userId="ec229fc9-1ae5-4424-ad91-f4b472f033de" providerId="ADAL" clId="{524ABF40-5CC8-4643-9695-8DEFEBEE3FEA}" dt="2023-06-02T13:08:20.539" v="68" actId="12788"/>
          <ac:spMkLst>
            <pc:docMk/>
            <pc:sldMk cId="849722494" sldId="560"/>
            <ac:spMk id="341" creationId="{00000000-0000-0000-0000-000000000000}"/>
          </ac:spMkLst>
        </pc:spChg>
      </pc:sldChg>
      <pc:sldChg chg="modSp mod">
        <pc:chgData name="Roop Kumar" userId="ec229fc9-1ae5-4424-ad91-f4b472f033de" providerId="ADAL" clId="{524ABF40-5CC8-4643-9695-8DEFEBEE3FEA}" dt="2023-06-02T13:08:15.388" v="67" actId="12788"/>
        <pc:sldMkLst>
          <pc:docMk/>
          <pc:sldMk cId="4049926047" sldId="562"/>
        </pc:sldMkLst>
        <pc:spChg chg="mod">
          <ac:chgData name="Roop Kumar" userId="ec229fc9-1ae5-4424-ad91-f4b472f033de" providerId="ADAL" clId="{524ABF40-5CC8-4643-9695-8DEFEBEE3FEA}" dt="2023-06-02T13:08:15.388" v="67" actId="12788"/>
          <ac:spMkLst>
            <pc:docMk/>
            <pc:sldMk cId="4049926047" sldId="562"/>
            <ac:spMk id="341" creationId="{00000000-0000-0000-0000-000000000000}"/>
          </ac:spMkLst>
        </pc:spChg>
      </pc:sldChg>
      <pc:sldChg chg="modSp mod">
        <pc:chgData name="Roop Kumar" userId="ec229fc9-1ae5-4424-ad91-f4b472f033de" providerId="ADAL" clId="{524ABF40-5CC8-4643-9695-8DEFEBEE3FEA}" dt="2023-06-02T13:08:33.053" v="69" actId="12788"/>
        <pc:sldMkLst>
          <pc:docMk/>
          <pc:sldMk cId="3396537913" sldId="565"/>
        </pc:sldMkLst>
        <pc:spChg chg="mod">
          <ac:chgData name="Roop Kumar" userId="ec229fc9-1ae5-4424-ad91-f4b472f033de" providerId="ADAL" clId="{524ABF40-5CC8-4643-9695-8DEFEBEE3FEA}" dt="2023-06-02T13:08:33.053" v="69" actId="12788"/>
          <ac:spMkLst>
            <pc:docMk/>
            <pc:sldMk cId="3396537913" sldId="565"/>
            <ac:spMk id="341" creationId="{00000000-0000-0000-0000-000000000000}"/>
          </ac:spMkLst>
        </pc:spChg>
      </pc:sldChg>
      <pc:sldChg chg="modSp mod">
        <pc:chgData name="Roop Kumar" userId="ec229fc9-1ae5-4424-ad91-f4b472f033de" providerId="ADAL" clId="{524ABF40-5CC8-4643-9695-8DEFEBEE3FEA}" dt="2023-06-02T13:08:49.595" v="71" actId="12788"/>
        <pc:sldMkLst>
          <pc:docMk/>
          <pc:sldMk cId="2577587522" sldId="567"/>
        </pc:sldMkLst>
        <pc:spChg chg="mod">
          <ac:chgData name="Roop Kumar" userId="ec229fc9-1ae5-4424-ad91-f4b472f033de" providerId="ADAL" clId="{524ABF40-5CC8-4643-9695-8DEFEBEE3FEA}" dt="2023-06-02T13:08:49.595" v="71" actId="12788"/>
          <ac:spMkLst>
            <pc:docMk/>
            <pc:sldMk cId="2577587522" sldId="567"/>
            <ac:spMk id="341" creationId="{00000000-0000-0000-0000-000000000000}"/>
          </ac:spMkLst>
        </pc:spChg>
      </pc:sldChg>
      <pc:sldChg chg="modSp mod">
        <pc:chgData name="Roop Kumar" userId="ec229fc9-1ae5-4424-ad91-f4b472f033de" providerId="ADAL" clId="{524ABF40-5CC8-4643-9695-8DEFEBEE3FEA}" dt="2023-06-02T13:09:08.435" v="73" actId="12788"/>
        <pc:sldMkLst>
          <pc:docMk/>
          <pc:sldMk cId="2131921370" sldId="571"/>
        </pc:sldMkLst>
        <pc:spChg chg="mod">
          <ac:chgData name="Roop Kumar" userId="ec229fc9-1ae5-4424-ad91-f4b472f033de" providerId="ADAL" clId="{524ABF40-5CC8-4643-9695-8DEFEBEE3FEA}" dt="2023-06-02T13:09:08.435" v="73" actId="12788"/>
          <ac:spMkLst>
            <pc:docMk/>
            <pc:sldMk cId="2131921370" sldId="571"/>
            <ac:spMk id="341" creationId="{00000000-0000-0000-0000-000000000000}"/>
          </ac:spMkLst>
        </pc:spChg>
      </pc:sldChg>
      <pc:sldChg chg="modSp mod">
        <pc:chgData name="Roop Kumar" userId="ec229fc9-1ae5-4424-ad91-f4b472f033de" providerId="ADAL" clId="{524ABF40-5CC8-4643-9695-8DEFEBEE3FEA}" dt="2023-06-02T13:09:21.451" v="74" actId="12788"/>
        <pc:sldMkLst>
          <pc:docMk/>
          <pc:sldMk cId="4193357383" sldId="586"/>
        </pc:sldMkLst>
        <pc:spChg chg="mod">
          <ac:chgData name="Roop Kumar" userId="ec229fc9-1ae5-4424-ad91-f4b472f033de" providerId="ADAL" clId="{524ABF40-5CC8-4643-9695-8DEFEBEE3FEA}" dt="2023-06-02T13:09:21.451" v="74" actId="12788"/>
          <ac:spMkLst>
            <pc:docMk/>
            <pc:sldMk cId="4193357383" sldId="586"/>
            <ac:spMk id="341" creationId="{00000000-0000-0000-0000-000000000000}"/>
          </ac:spMkLst>
        </pc:spChg>
      </pc:sldChg>
      <pc:sldChg chg="modSp mod">
        <pc:chgData name="Roop Kumar" userId="ec229fc9-1ae5-4424-ad91-f4b472f033de" providerId="ADAL" clId="{524ABF40-5CC8-4643-9695-8DEFEBEE3FEA}" dt="2023-06-02T13:09:38.067" v="76" actId="12788"/>
        <pc:sldMkLst>
          <pc:docMk/>
          <pc:sldMk cId="3784082697" sldId="592"/>
        </pc:sldMkLst>
        <pc:spChg chg="mod">
          <ac:chgData name="Roop Kumar" userId="ec229fc9-1ae5-4424-ad91-f4b472f033de" providerId="ADAL" clId="{524ABF40-5CC8-4643-9695-8DEFEBEE3FEA}" dt="2023-06-02T13:09:38.067" v="76" actId="12788"/>
          <ac:spMkLst>
            <pc:docMk/>
            <pc:sldMk cId="3784082697" sldId="592"/>
            <ac:spMk id="341" creationId="{00000000-0000-0000-0000-000000000000}"/>
          </ac:spMkLst>
        </pc:spChg>
      </pc:sldChg>
      <pc:sldChg chg="modSp mod">
        <pc:chgData name="Roop Kumar" userId="ec229fc9-1ae5-4424-ad91-f4b472f033de" providerId="ADAL" clId="{524ABF40-5CC8-4643-9695-8DEFEBEE3FEA}" dt="2023-06-02T13:09:43.123" v="77" actId="12788"/>
        <pc:sldMkLst>
          <pc:docMk/>
          <pc:sldMk cId="57555076" sldId="594"/>
        </pc:sldMkLst>
        <pc:spChg chg="mod">
          <ac:chgData name="Roop Kumar" userId="ec229fc9-1ae5-4424-ad91-f4b472f033de" providerId="ADAL" clId="{524ABF40-5CC8-4643-9695-8DEFEBEE3FEA}" dt="2023-06-02T13:09:43.123" v="77" actId="12788"/>
          <ac:spMkLst>
            <pc:docMk/>
            <pc:sldMk cId="57555076" sldId="594"/>
            <ac:spMk id="341" creationId="{00000000-0000-0000-0000-000000000000}"/>
          </ac:spMkLst>
        </pc:spChg>
      </pc:sldChg>
      <pc:sldChg chg="modSp mod">
        <pc:chgData name="Roop Kumar" userId="ec229fc9-1ae5-4424-ad91-f4b472f033de" providerId="ADAL" clId="{524ABF40-5CC8-4643-9695-8DEFEBEE3FEA}" dt="2023-06-02T13:08:56.843" v="72" actId="12788"/>
        <pc:sldMkLst>
          <pc:docMk/>
          <pc:sldMk cId="2377211809" sldId="632"/>
        </pc:sldMkLst>
        <pc:spChg chg="mod">
          <ac:chgData name="Roop Kumar" userId="ec229fc9-1ae5-4424-ad91-f4b472f033de" providerId="ADAL" clId="{524ABF40-5CC8-4643-9695-8DEFEBEE3FEA}" dt="2023-06-02T13:08:56.843" v="72" actId="12788"/>
          <ac:spMkLst>
            <pc:docMk/>
            <pc:sldMk cId="2377211809" sldId="632"/>
            <ac:spMk id="341" creationId="{00000000-0000-0000-0000-000000000000}"/>
          </ac:spMkLst>
        </pc:spChg>
      </pc:sldChg>
      <pc:sldChg chg="modSp mod">
        <pc:chgData name="Roop Kumar" userId="ec229fc9-1ae5-4424-ad91-f4b472f033de" providerId="ADAL" clId="{524ABF40-5CC8-4643-9695-8DEFEBEE3FEA}" dt="2023-06-02T13:09:33.137" v="75" actId="12788"/>
        <pc:sldMkLst>
          <pc:docMk/>
          <pc:sldMk cId="3083617041" sldId="647"/>
        </pc:sldMkLst>
        <pc:spChg chg="mod">
          <ac:chgData name="Roop Kumar" userId="ec229fc9-1ae5-4424-ad91-f4b472f033de" providerId="ADAL" clId="{524ABF40-5CC8-4643-9695-8DEFEBEE3FEA}" dt="2023-06-02T13:09:33.137" v="75" actId="12788"/>
          <ac:spMkLst>
            <pc:docMk/>
            <pc:sldMk cId="3083617041" sldId="647"/>
            <ac:spMk id="341" creationId="{00000000-0000-0000-0000-000000000000}"/>
          </ac:spMkLst>
        </pc:spChg>
      </pc:sldChg>
      <pc:sldChg chg="modSp mod">
        <pc:chgData name="Roop Kumar" userId="ec229fc9-1ae5-4424-ad91-f4b472f033de" providerId="ADAL" clId="{524ABF40-5CC8-4643-9695-8DEFEBEE3FEA}" dt="2023-06-02T13:08:41.635" v="70" actId="12788"/>
        <pc:sldMkLst>
          <pc:docMk/>
          <pc:sldMk cId="1889430130" sldId="654"/>
        </pc:sldMkLst>
        <pc:spChg chg="mod">
          <ac:chgData name="Roop Kumar" userId="ec229fc9-1ae5-4424-ad91-f4b472f033de" providerId="ADAL" clId="{524ABF40-5CC8-4643-9695-8DEFEBEE3FEA}" dt="2023-06-02T13:08:41.635" v="70" actId="12788"/>
          <ac:spMkLst>
            <pc:docMk/>
            <pc:sldMk cId="1889430130" sldId="654"/>
            <ac:spMk id="341" creationId="{00000000-0000-0000-0000-000000000000}"/>
          </ac:spMkLst>
        </pc:spChg>
      </pc:sldChg>
      <pc:sldChg chg="modSp mod">
        <pc:chgData name="Roop Kumar" userId="ec229fc9-1ae5-4424-ad91-f4b472f033de" providerId="ADAL" clId="{524ABF40-5CC8-4643-9695-8DEFEBEE3FEA}" dt="2023-06-02T13:06:57.227" v="65" actId="12788"/>
        <pc:sldMkLst>
          <pc:docMk/>
          <pc:sldMk cId="1403754394" sldId="656"/>
        </pc:sldMkLst>
        <pc:spChg chg="mod">
          <ac:chgData name="Roop Kumar" userId="ec229fc9-1ae5-4424-ad91-f4b472f033de" providerId="ADAL" clId="{524ABF40-5CC8-4643-9695-8DEFEBEE3FEA}" dt="2023-06-02T13:06:57.227" v="65" actId="12788"/>
          <ac:spMkLst>
            <pc:docMk/>
            <pc:sldMk cId="1403754394" sldId="656"/>
            <ac:spMk id="2" creationId="{05896F2C-2B09-976F-2DBE-E7F4CF402127}"/>
          </ac:spMkLst>
        </pc:spChg>
      </pc:sldChg>
      <pc:sldChg chg="modSp mod">
        <pc:chgData name="Roop Kumar" userId="ec229fc9-1ae5-4424-ad91-f4b472f033de" providerId="ADAL" clId="{524ABF40-5CC8-4643-9695-8DEFEBEE3FEA}" dt="2023-06-02T13:08:10.388" v="66" actId="12788"/>
        <pc:sldMkLst>
          <pc:docMk/>
          <pc:sldMk cId="1407318907" sldId="657"/>
        </pc:sldMkLst>
        <pc:spChg chg="mod">
          <ac:chgData name="Roop Kumar" userId="ec229fc9-1ae5-4424-ad91-f4b472f033de" providerId="ADAL" clId="{524ABF40-5CC8-4643-9695-8DEFEBEE3FEA}" dt="2023-06-02T13:08:10.388" v="66" actId="12788"/>
          <ac:spMkLst>
            <pc:docMk/>
            <pc:sldMk cId="1407318907" sldId="657"/>
            <ac:spMk id="2" creationId="{4E185945-79DF-1E3E-BB2E-B551C105E15F}"/>
          </ac:spMkLst>
        </pc:spChg>
      </pc:sldChg>
      <pc:sldChg chg="addSp delSp modSp new del mod">
        <pc:chgData name="Roop Kumar" userId="ec229fc9-1ae5-4424-ad91-f4b472f033de" providerId="ADAL" clId="{524ABF40-5CC8-4643-9695-8DEFEBEE3FEA}" dt="2023-06-02T13:06:27.709" v="62" actId="47"/>
        <pc:sldMkLst>
          <pc:docMk/>
          <pc:sldMk cId="847278080" sldId="661"/>
        </pc:sldMkLst>
        <pc:spChg chg="mod">
          <ac:chgData name="Roop Kumar" userId="ec229fc9-1ae5-4424-ad91-f4b472f033de" providerId="ADAL" clId="{524ABF40-5CC8-4643-9695-8DEFEBEE3FEA}" dt="2023-06-02T13:06:12.981" v="32" actId="20577"/>
          <ac:spMkLst>
            <pc:docMk/>
            <pc:sldMk cId="847278080" sldId="661"/>
            <ac:spMk id="4" creationId="{4FFE6809-1E67-F242-C0EA-358A020AC82B}"/>
          </ac:spMkLst>
        </pc:spChg>
        <pc:spChg chg="add del mod">
          <ac:chgData name="Roop Kumar" userId="ec229fc9-1ae5-4424-ad91-f4b472f033de" providerId="ADAL" clId="{524ABF40-5CC8-4643-9695-8DEFEBEE3FEA}" dt="2023-06-02T13:06:16.311" v="33" actId="478"/>
          <ac:spMkLst>
            <pc:docMk/>
            <pc:sldMk cId="847278080" sldId="661"/>
            <ac:spMk id="5" creationId="{656ABDD0-794E-1FB4-BDDC-BCB24214FCF5}"/>
          </ac:spMkLst>
        </pc:spChg>
        <pc:spChg chg="add mod">
          <ac:chgData name="Roop Kumar" userId="ec229fc9-1ae5-4424-ad91-f4b472f033de" providerId="ADAL" clId="{524ABF40-5CC8-4643-9695-8DEFEBEE3FEA}" dt="2023-06-02T13:06:19.282" v="59"/>
          <ac:spMkLst>
            <pc:docMk/>
            <pc:sldMk cId="847278080" sldId="661"/>
            <ac:spMk id="7" creationId="{A7FC30BF-5FEF-A9CF-210C-7FBB69AD3FE1}"/>
          </ac:spMkLst>
        </pc:spChg>
        <pc:cxnChg chg="add del mod replST">
          <ac:chgData name="Roop Kumar" userId="ec229fc9-1ae5-4424-ad91-f4b472f033de" providerId="ADAL" clId="{524ABF40-5CC8-4643-9695-8DEFEBEE3FEA}" dt="2023-06-02T13:06:19.283" v="61"/>
          <ac:cxnSpMkLst>
            <pc:docMk/>
            <pc:sldMk cId="847278080" sldId="661"/>
            <ac:cxnSpMk id="6" creationId="{646A7A3E-763E-9B5F-234C-052E4125B81A}"/>
          </ac:cxnSpMkLst>
        </pc:cxnChg>
      </pc:sldChg>
    </pc:docChg>
  </pc:docChgLst>
  <pc:docChgLst>
    <pc:chgData name="Roop Kumar" userId="ec229fc9-1ae5-4424-ad91-f4b472f033de" providerId="ADAL" clId="{737614B8-FD6A-4079-BAF6-217BF0F18C3D}"/>
    <pc:docChg chg="custSel modMainMaster">
      <pc:chgData name="Roop Kumar" userId="ec229fc9-1ae5-4424-ad91-f4b472f033de" providerId="ADAL" clId="{737614B8-FD6A-4079-BAF6-217BF0F18C3D}" dt="2023-05-31T13:56:18.644" v="12" actId="2696"/>
      <pc:docMkLst>
        <pc:docMk/>
      </pc:docMkLst>
      <pc:sldMasterChg chg="delSp modSp mod delSldLayout">
        <pc:chgData name="Roop Kumar" userId="ec229fc9-1ae5-4424-ad91-f4b472f033de" providerId="ADAL" clId="{737614B8-FD6A-4079-BAF6-217BF0F18C3D}" dt="2023-05-31T13:56:18.644" v="12" actId="2696"/>
        <pc:sldMasterMkLst>
          <pc:docMk/>
          <pc:sldMasterMk cId="3368593342" sldId="2147483673"/>
        </pc:sldMasterMkLst>
        <pc:picChg chg="del mod modVis">
          <ac:chgData name="Roop Kumar" userId="ec229fc9-1ae5-4424-ad91-f4b472f033de" providerId="ADAL" clId="{737614B8-FD6A-4079-BAF6-217BF0F18C3D}" dt="2023-05-31T13:56:03.824" v="2" actId="478"/>
          <ac:picMkLst>
            <pc:docMk/>
            <pc:sldMasterMk cId="3368593342" sldId="2147483673"/>
            <ac:picMk id="4" creationId="{712B286F-481C-B9B0-34AE-7EEBE053DE33}"/>
          </ac:picMkLst>
        </pc:picChg>
        <pc:picChg chg="del">
          <ac:chgData name="Roop Kumar" userId="ec229fc9-1ae5-4424-ad91-f4b472f033de" providerId="ADAL" clId="{737614B8-FD6A-4079-BAF6-217BF0F18C3D}" dt="2023-05-31T13:56:02.849" v="0" actId="478"/>
          <ac:picMkLst>
            <pc:docMk/>
            <pc:sldMasterMk cId="3368593342" sldId="2147483673"/>
            <ac:picMk id="6" creationId="{985A74AA-1EDE-C159-3D26-B856937B9D55}"/>
          </ac:picMkLst>
        </pc:picChg>
        <pc:sldLayoutChg chg="del">
          <pc:chgData name="Roop Kumar" userId="ec229fc9-1ae5-4424-ad91-f4b472f033de" providerId="ADAL" clId="{737614B8-FD6A-4079-BAF6-217BF0F18C3D}" dt="2023-05-31T13:56:13.558" v="3" actId="2696"/>
          <pc:sldLayoutMkLst>
            <pc:docMk/>
            <pc:sldMasterMk cId="3368593342" sldId="2147483673"/>
            <pc:sldLayoutMk cId="544250857" sldId="2147483709"/>
          </pc:sldLayoutMkLst>
        </pc:sldLayoutChg>
        <pc:sldLayoutChg chg="del">
          <pc:chgData name="Roop Kumar" userId="ec229fc9-1ae5-4424-ad91-f4b472f033de" providerId="ADAL" clId="{737614B8-FD6A-4079-BAF6-217BF0F18C3D}" dt="2023-05-31T13:56:14.233" v="4" actId="2696"/>
          <pc:sldLayoutMkLst>
            <pc:docMk/>
            <pc:sldMasterMk cId="3368593342" sldId="2147483673"/>
            <pc:sldLayoutMk cId="1510137867" sldId="2147483710"/>
          </pc:sldLayoutMkLst>
        </pc:sldLayoutChg>
        <pc:sldLayoutChg chg="del">
          <pc:chgData name="Roop Kumar" userId="ec229fc9-1ae5-4424-ad91-f4b472f033de" providerId="ADAL" clId="{737614B8-FD6A-4079-BAF6-217BF0F18C3D}" dt="2023-05-31T13:56:14.985" v="5" actId="2696"/>
          <pc:sldLayoutMkLst>
            <pc:docMk/>
            <pc:sldMasterMk cId="3368593342" sldId="2147483673"/>
            <pc:sldLayoutMk cId="2371503211" sldId="2147483711"/>
          </pc:sldLayoutMkLst>
        </pc:sldLayoutChg>
        <pc:sldLayoutChg chg="del">
          <pc:chgData name="Roop Kumar" userId="ec229fc9-1ae5-4424-ad91-f4b472f033de" providerId="ADAL" clId="{737614B8-FD6A-4079-BAF6-217BF0F18C3D}" dt="2023-05-31T13:56:15.590" v="6" actId="2696"/>
          <pc:sldLayoutMkLst>
            <pc:docMk/>
            <pc:sldMasterMk cId="3368593342" sldId="2147483673"/>
            <pc:sldLayoutMk cId="3083172300" sldId="2147483712"/>
          </pc:sldLayoutMkLst>
        </pc:sldLayoutChg>
        <pc:sldLayoutChg chg="del">
          <pc:chgData name="Roop Kumar" userId="ec229fc9-1ae5-4424-ad91-f4b472f033de" providerId="ADAL" clId="{737614B8-FD6A-4079-BAF6-217BF0F18C3D}" dt="2023-05-31T13:56:16.310" v="7" actId="2696"/>
          <pc:sldLayoutMkLst>
            <pc:docMk/>
            <pc:sldMasterMk cId="3368593342" sldId="2147483673"/>
            <pc:sldLayoutMk cId="4290918788" sldId="2147483713"/>
          </pc:sldLayoutMkLst>
        </pc:sldLayoutChg>
        <pc:sldLayoutChg chg="del">
          <pc:chgData name="Roop Kumar" userId="ec229fc9-1ae5-4424-ad91-f4b472f033de" providerId="ADAL" clId="{737614B8-FD6A-4079-BAF6-217BF0F18C3D}" dt="2023-05-31T13:56:16.788" v="8" actId="2696"/>
          <pc:sldLayoutMkLst>
            <pc:docMk/>
            <pc:sldMasterMk cId="3368593342" sldId="2147483673"/>
            <pc:sldLayoutMk cId="2503927888" sldId="2147483714"/>
          </pc:sldLayoutMkLst>
        </pc:sldLayoutChg>
        <pc:sldLayoutChg chg="del">
          <pc:chgData name="Roop Kumar" userId="ec229fc9-1ae5-4424-ad91-f4b472f033de" providerId="ADAL" clId="{737614B8-FD6A-4079-BAF6-217BF0F18C3D}" dt="2023-05-31T13:56:17.194" v="9" actId="2696"/>
          <pc:sldLayoutMkLst>
            <pc:docMk/>
            <pc:sldMasterMk cId="3368593342" sldId="2147483673"/>
            <pc:sldLayoutMk cId="3554269898" sldId="2147483715"/>
          </pc:sldLayoutMkLst>
        </pc:sldLayoutChg>
        <pc:sldLayoutChg chg="del">
          <pc:chgData name="Roop Kumar" userId="ec229fc9-1ae5-4424-ad91-f4b472f033de" providerId="ADAL" clId="{737614B8-FD6A-4079-BAF6-217BF0F18C3D}" dt="2023-05-31T13:56:17.692" v="10" actId="2696"/>
          <pc:sldLayoutMkLst>
            <pc:docMk/>
            <pc:sldMasterMk cId="3368593342" sldId="2147483673"/>
            <pc:sldLayoutMk cId="621830150" sldId="2147483716"/>
          </pc:sldLayoutMkLst>
        </pc:sldLayoutChg>
        <pc:sldLayoutChg chg="del">
          <pc:chgData name="Roop Kumar" userId="ec229fc9-1ae5-4424-ad91-f4b472f033de" providerId="ADAL" clId="{737614B8-FD6A-4079-BAF6-217BF0F18C3D}" dt="2023-05-31T13:56:18.094" v="11" actId="2696"/>
          <pc:sldLayoutMkLst>
            <pc:docMk/>
            <pc:sldMasterMk cId="3368593342" sldId="2147483673"/>
            <pc:sldLayoutMk cId="1799189453" sldId="2147483717"/>
          </pc:sldLayoutMkLst>
        </pc:sldLayoutChg>
        <pc:sldLayoutChg chg="del">
          <pc:chgData name="Roop Kumar" userId="ec229fc9-1ae5-4424-ad91-f4b472f033de" providerId="ADAL" clId="{737614B8-FD6A-4079-BAF6-217BF0F18C3D}" dt="2023-05-31T13:56:18.644" v="12" actId="2696"/>
          <pc:sldLayoutMkLst>
            <pc:docMk/>
            <pc:sldMasterMk cId="3368593342" sldId="2147483673"/>
            <pc:sldLayoutMk cId="3489230732" sldId="2147483718"/>
          </pc:sldLayoutMkLst>
        </pc:sldLayoutChg>
      </pc:sldMasterChg>
    </pc:docChg>
  </pc:docChgLst>
  <pc:docChgLst>
    <pc:chgData name="Payal Prakash" userId="992a2b25-3c37-4f94-bea0-af3985bb0455" providerId="ADAL" clId="{6941F54C-4F39-4159-B201-833077B06810}"/>
    <pc:docChg chg="undo custSel addSld modSld sldOrd">
      <pc:chgData name="Payal Prakash" userId="992a2b25-3c37-4f94-bea0-af3985bb0455" providerId="ADAL" clId="{6941F54C-4F39-4159-B201-833077B06810}" dt="2023-06-21T05:12:26.476" v="65" actId="33524"/>
      <pc:docMkLst>
        <pc:docMk/>
      </pc:docMkLst>
      <pc:sldChg chg="modSp add mod addCm delCm modNotesTx">
        <pc:chgData name="Payal Prakash" userId="992a2b25-3c37-4f94-bea0-af3985bb0455" providerId="ADAL" clId="{6941F54C-4F39-4159-B201-833077B06810}" dt="2023-06-20T12:11:31.235" v="64"/>
        <pc:sldMkLst>
          <pc:docMk/>
          <pc:sldMk cId="1630745347" sldId="374"/>
        </pc:sldMkLst>
        <pc:spChg chg="mod">
          <ac:chgData name="Payal Prakash" userId="992a2b25-3c37-4f94-bea0-af3985bb0455" providerId="ADAL" clId="{6941F54C-4F39-4159-B201-833077B06810}" dt="2023-06-20T10:17:49.015" v="43"/>
          <ac:spMkLst>
            <pc:docMk/>
            <pc:sldMk cId="1630745347" sldId="374"/>
            <ac:spMk id="2" creationId="{69BB0862-521A-27A1-D997-DEBC98FF86BE}"/>
          </ac:spMkLst>
        </pc:spChg>
        <pc:spChg chg="mod">
          <ac:chgData name="Payal Prakash" userId="992a2b25-3c37-4f94-bea0-af3985bb0455" providerId="ADAL" clId="{6941F54C-4F39-4159-B201-833077B06810}" dt="2023-06-20T10:15:18.891" v="39" actId="20577"/>
          <ac:spMkLst>
            <pc:docMk/>
            <pc:sldMk cId="1630745347" sldId="374"/>
            <ac:spMk id="231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yal Prakash" userId="992a2b25-3c37-4f94-bea0-af3985bb0455" providerId="ADAL" clId="{6941F54C-4F39-4159-B201-833077B06810}" dt="2023-06-20T10:16:38.791" v="41"/>
              <pc2:cmMkLst xmlns:pc2="http://schemas.microsoft.com/office/powerpoint/2019/9/main/command">
                <pc:docMk/>
                <pc:sldMk cId="1630745347" sldId="374"/>
                <pc2:cmMk id="{C76D89FF-1E4B-425D-B1EA-C276CA781789}"/>
              </pc2:cmMkLst>
            </pc226:cmChg>
          </p:ext>
        </pc:extLst>
      </pc:sldChg>
      <pc:sldChg chg="modSp add mod ord delCm modCm">
        <pc:chgData name="Payal Prakash" userId="992a2b25-3c37-4f94-bea0-af3985bb0455" providerId="ADAL" clId="{6941F54C-4F39-4159-B201-833077B06810}" dt="2023-06-21T05:12:26.476" v="65" actId="33524"/>
        <pc:sldMkLst>
          <pc:docMk/>
          <pc:sldMk cId="4190178642" sldId="375"/>
        </pc:sldMkLst>
        <pc:spChg chg="mod">
          <ac:chgData name="Payal Prakash" userId="992a2b25-3c37-4f94-bea0-af3985bb0455" providerId="ADAL" clId="{6941F54C-4F39-4159-B201-833077B06810}" dt="2023-06-20T10:17:53.351" v="44"/>
          <ac:spMkLst>
            <pc:docMk/>
            <pc:sldMk cId="4190178642" sldId="375"/>
            <ac:spMk id="2" creationId="{DCD99E93-BB31-4C13-F731-5733918FEE2A}"/>
          </ac:spMkLst>
        </pc:spChg>
        <pc:spChg chg="mod">
          <ac:chgData name="Payal Prakash" userId="992a2b25-3c37-4f94-bea0-af3985bb0455" providerId="ADAL" clId="{6941F54C-4F39-4159-B201-833077B06810}" dt="2023-06-21T05:12:26.476" v="65" actId="33524"/>
          <ac:spMkLst>
            <pc:docMk/>
            <pc:sldMk cId="4190178642" sldId="375"/>
            <ac:spMk id="528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Payal Prakash" userId="992a2b25-3c37-4f94-bea0-af3985bb0455" providerId="ADAL" clId="{6941F54C-4F39-4159-B201-833077B06810}" dt="2023-06-20T10:20:36.496" v="61"/>
              <pc2:cmMkLst xmlns:pc2="http://schemas.microsoft.com/office/powerpoint/2019/9/main/command">
                <pc:docMk/>
                <pc:sldMk cId="4190178642" sldId="375"/>
                <pc2:cmMk id="{6174BE5C-FD5E-4B50-A6E5-8454967EC3F6}"/>
              </pc2:cmMkLst>
            </pc226:cmChg>
          </p:ext>
        </pc:extLst>
      </pc:sldChg>
      <pc:sldChg chg="addSp modSp mod">
        <pc:chgData name="Payal Prakash" userId="992a2b25-3c37-4f94-bea0-af3985bb0455" providerId="ADAL" clId="{6941F54C-4F39-4159-B201-833077B06810}" dt="2023-06-20T10:00:40.338" v="1"/>
        <pc:sldMkLst>
          <pc:docMk/>
          <pc:sldMk cId="4259697481" sldId="649"/>
        </pc:sldMkLst>
        <pc:spChg chg="add mod">
          <ac:chgData name="Payal Prakash" userId="992a2b25-3c37-4f94-bea0-af3985bb0455" providerId="ADAL" clId="{6941F54C-4F39-4159-B201-833077B06810}" dt="2023-06-20T10:00:40.338" v="1"/>
          <ac:spMkLst>
            <pc:docMk/>
            <pc:sldMk cId="4259697481" sldId="649"/>
            <ac:spMk id="2" creationId="{DA610FEE-2A5F-405B-B306-5857714E11A4}"/>
          </ac:spMkLst>
        </pc:spChg>
        <pc:spChg chg="mod">
          <ac:chgData name="Payal Prakash" userId="992a2b25-3c37-4f94-bea0-af3985bb0455" providerId="ADAL" clId="{6941F54C-4F39-4159-B201-833077B06810}" dt="2023-06-20T10:00:31.091" v="0"/>
          <ac:spMkLst>
            <pc:docMk/>
            <pc:sldMk cId="4259697481" sldId="649"/>
            <ac:spMk id="13" creationId="{C7548696-8C7B-2F4A-4A40-D0514E338AC7}"/>
          </ac:spMkLst>
        </pc:spChg>
      </pc:sldChg>
    </pc:docChg>
  </pc:docChgLst>
  <pc:docChgLst>
    <pc:chgData name="Aishwarya B" userId="0867edd5-7bf9-49fb-9002-3cb2c79b09e0" providerId="ADAL" clId="{E85CB4E8-2422-4E50-9E4C-5DFB56F6949D}"/>
    <pc:docChg chg="modSld">
      <pc:chgData name="Aishwarya B" userId="0867edd5-7bf9-49fb-9002-3cb2c79b09e0" providerId="ADAL" clId="{E85CB4E8-2422-4E50-9E4C-5DFB56F6949D}" dt="2023-06-22T10:21:29.684" v="13" actId="20577"/>
      <pc:docMkLst>
        <pc:docMk/>
      </pc:docMkLst>
      <pc:sldChg chg="modSp mod">
        <pc:chgData name="Aishwarya B" userId="0867edd5-7bf9-49fb-9002-3cb2c79b09e0" providerId="ADAL" clId="{E85CB4E8-2422-4E50-9E4C-5DFB56F6949D}" dt="2023-06-22T10:12:05.788" v="9" actId="1036"/>
        <pc:sldMkLst>
          <pc:docMk/>
          <pc:sldMk cId="1630745347" sldId="374"/>
        </pc:sldMkLst>
        <pc:spChg chg="mod">
          <ac:chgData name="Aishwarya B" userId="0867edd5-7bf9-49fb-9002-3cb2c79b09e0" providerId="ADAL" clId="{E85CB4E8-2422-4E50-9E4C-5DFB56F6949D}" dt="2023-06-22T10:11:57.647" v="7" actId="14100"/>
          <ac:spMkLst>
            <pc:docMk/>
            <pc:sldMk cId="1630745347" sldId="374"/>
            <ac:spMk id="4" creationId="{B66D5266-5D90-FD45-5F4E-E39280043337}"/>
          </ac:spMkLst>
        </pc:spChg>
        <pc:spChg chg="mod">
          <ac:chgData name="Aishwarya B" userId="0867edd5-7bf9-49fb-9002-3cb2c79b09e0" providerId="ADAL" clId="{E85CB4E8-2422-4E50-9E4C-5DFB56F6949D}" dt="2023-06-22T10:12:05.788" v="9" actId="1036"/>
          <ac:spMkLst>
            <pc:docMk/>
            <pc:sldMk cId="1630745347" sldId="374"/>
            <ac:spMk id="5" creationId="{37B89F11-9591-139C-DD75-36A37E949ADA}"/>
          </ac:spMkLst>
        </pc:spChg>
      </pc:sldChg>
      <pc:sldChg chg="modSp mod">
        <pc:chgData name="Aishwarya B" userId="0867edd5-7bf9-49fb-9002-3cb2c79b09e0" providerId="ADAL" clId="{E85CB4E8-2422-4E50-9E4C-5DFB56F6949D}" dt="2023-06-22T10:21:29.684" v="13" actId="20577"/>
        <pc:sldMkLst>
          <pc:docMk/>
          <pc:sldMk cId="4190178642" sldId="375"/>
        </pc:sldMkLst>
        <pc:spChg chg="mod">
          <ac:chgData name="Aishwarya B" userId="0867edd5-7bf9-49fb-9002-3cb2c79b09e0" providerId="ADAL" clId="{E85CB4E8-2422-4E50-9E4C-5DFB56F6949D}" dt="2023-06-22T10:21:29.684" v="13" actId="20577"/>
          <ac:spMkLst>
            <pc:docMk/>
            <pc:sldMk cId="4190178642" sldId="375"/>
            <ac:spMk id="528" creationId="{00000000-0000-0000-0000-000000000000}"/>
          </ac:spMkLst>
        </pc:spChg>
      </pc:sldChg>
    </pc:docChg>
  </pc:docChgLst>
  <pc:docChgLst>
    <pc:chgData name="Kothapalli Venkatesh Kiranmai" userId="29faefcf-6f8f-4e38-bb37-f15a23c414a4" providerId="ADAL" clId="{7AC3AAF9-FFBA-4835-976D-CA323E962178}"/>
    <pc:docChg chg="modSld">
      <pc:chgData name="Kothapalli Venkatesh Kiranmai" userId="29faefcf-6f8f-4e38-bb37-f15a23c414a4" providerId="ADAL" clId="{7AC3AAF9-FFBA-4835-976D-CA323E962178}" dt="2023-06-02T11:58:43.157" v="1"/>
      <pc:docMkLst>
        <pc:docMk/>
      </pc:docMkLst>
      <pc:sldChg chg="addSp delSp modSp">
        <pc:chgData name="Kothapalli Venkatesh Kiranmai" userId="29faefcf-6f8f-4e38-bb37-f15a23c414a4" providerId="ADAL" clId="{7AC3AAF9-FFBA-4835-976D-CA323E962178}" dt="2023-06-02T11:58:43.157" v="1"/>
        <pc:sldMkLst>
          <pc:docMk/>
          <pc:sldMk cId="0" sldId="264"/>
        </pc:sldMkLst>
        <pc:spChg chg="add del mod">
          <ac:chgData name="Kothapalli Venkatesh Kiranmai" userId="29faefcf-6f8f-4e38-bb37-f15a23c414a4" providerId="ADAL" clId="{7AC3AAF9-FFBA-4835-976D-CA323E962178}" dt="2023-06-02T11:58:43.157" v="1"/>
          <ac:spMkLst>
            <pc:docMk/>
            <pc:sldMk cId="0" sldId="264"/>
            <ac:spMk id="2" creationId="{851ED69C-C768-B11D-D805-6F313DC5DC53}"/>
          </ac:spMkLst>
        </pc:spChg>
        <pc:spChg chg="add del mod">
          <ac:chgData name="Kothapalli Venkatesh Kiranmai" userId="29faefcf-6f8f-4e38-bb37-f15a23c414a4" providerId="ADAL" clId="{7AC3AAF9-FFBA-4835-976D-CA323E962178}" dt="2023-06-02T11:58:43.157" v="1"/>
          <ac:spMkLst>
            <pc:docMk/>
            <pc:sldMk cId="0" sldId="264"/>
            <ac:spMk id="3" creationId="{46654E6C-DE8B-19B4-1581-DF28B8924FDF}"/>
          </ac:spMkLst>
        </pc:spChg>
        <pc:spChg chg="add del mod">
          <ac:chgData name="Kothapalli Venkatesh Kiranmai" userId="29faefcf-6f8f-4e38-bb37-f15a23c414a4" providerId="ADAL" clId="{7AC3AAF9-FFBA-4835-976D-CA323E962178}" dt="2023-06-02T11:58:43.157" v="1"/>
          <ac:spMkLst>
            <pc:docMk/>
            <pc:sldMk cId="0" sldId="264"/>
            <ac:spMk id="4" creationId="{2776F1F0-4EFE-F425-DEE7-B5ABB1FB53DF}"/>
          </ac:spMkLst>
        </pc:spChg>
        <pc:spChg chg="add del mod">
          <ac:chgData name="Kothapalli Venkatesh Kiranmai" userId="29faefcf-6f8f-4e38-bb37-f15a23c414a4" providerId="ADAL" clId="{7AC3AAF9-FFBA-4835-976D-CA323E962178}" dt="2023-06-02T11:58:43.157" v="1"/>
          <ac:spMkLst>
            <pc:docMk/>
            <pc:sldMk cId="0" sldId="264"/>
            <ac:spMk id="5" creationId="{45C8E714-F7B1-30C7-16FB-30701E26858A}"/>
          </ac:spMkLst>
        </pc:spChg>
        <pc:spChg chg="add del mod">
          <ac:chgData name="Kothapalli Venkatesh Kiranmai" userId="29faefcf-6f8f-4e38-bb37-f15a23c414a4" providerId="ADAL" clId="{7AC3AAF9-FFBA-4835-976D-CA323E962178}" dt="2023-06-02T11:58:43.157" v="1"/>
          <ac:spMkLst>
            <pc:docMk/>
            <pc:sldMk cId="0" sldId="264"/>
            <ac:spMk id="6" creationId="{92B1BF86-7F99-0FF0-EE8B-F106617A4AA5}"/>
          </ac:spMkLst>
        </pc:spChg>
        <pc:spChg chg="add del mod">
          <ac:chgData name="Kothapalli Venkatesh Kiranmai" userId="29faefcf-6f8f-4e38-bb37-f15a23c414a4" providerId="ADAL" clId="{7AC3AAF9-FFBA-4835-976D-CA323E962178}" dt="2023-06-02T11:58:43.157" v="1"/>
          <ac:spMkLst>
            <pc:docMk/>
            <pc:sldMk cId="0" sldId="264"/>
            <ac:spMk id="7" creationId="{4758A05B-9E3C-26E7-15CE-77E376D63FF5}"/>
          </ac:spMkLst>
        </pc:spChg>
        <pc:spChg chg="add del mod">
          <ac:chgData name="Kothapalli Venkatesh Kiranmai" userId="29faefcf-6f8f-4e38-bb37-f15a23c414a4" providerId="ADAL" clId="{7AC3AAF9-FFBA-4835-976D-CA323E962178}" dt="2023-06-02T11:58:43.157" v="1"/>
          <ac:spMkLst>
            <pc:docMk/>
            <pc:sldMk cId="0" sldId="264"/>
            <ac:spMk id="8" creationId="{09D4D489-8AE9-1271-3A85-384C51A86031}"/>
          </ac:spMkLst>
        </pc:spChg>
        <pc:spChg chg="add del mod">
          <ac:chgData name="Kothapalli Venkatesh Kiranmai" userId="29faefcf-6f8f-4e38-bb37-f15a23c414a4" providerId="ADAL" clId="{7AC3AAF9-FFBA-4835-976D-CA323E962178}" dt="2023-06-02T11:58:43.157" v="1"/>
          <ac:spMkLst>
            <pc:docMk/>
            <pc:sldMk cId="0" sldId="264"/>
            <ac:spMk id="9" creationId="{B440903D-A2FB-E5AB-C2EC-221D282EA6BC}"/>
          </ac:spMkLst>
        </pc:spChg>
        <pc:spChg chg="mod">
          <ac:chgData name="Kothapalli Venkatesh Kiranmai" userId="29faefcf-6f8f-4e38-bb37-f15a23c414a4" providerId="ADAL" clId="{7AC3AAF9-FFBA-4835-976D-CA323E962178}" dt="2023-06-02T11:58:43.157" v="1"/>
          <ac:spMkLst>
            <pc:docMk/>
            <pc:sldMk cId="0" sldId="264"/>
            <ac:spMk id="208" creationId="{00000000-0000-0000-0000-000000000000}"/>
          </ac:spMkLst>
        </pc:spChg>
        <pc:spChg chg="mod">
          <ac:chgData name="Kothapalli Venkatesh Kiranmai" userId="29faefcf-6f8f-4e38-bb37-f15a23c414a4" providerId="ADAL" clId="{7AC3AAF9-FFBA-4835-976D-CA323E962178}" dt="2023-06-02T11:58:43.157" v="1"/>
          <ac:spMkLst>
            <pc:docMk/>
            <pc:sldMk cId="0" sldId="264"/>
            <ac:spMk id="209" creationId="{00000000-0000-0000-0000-000000000000}"/>
          </ac:spMkLst>
        </pc:spChg>
        <pc:spChg chg="mod">
          <ac:chgData name="Kothapalli Venkatesh Kiranmai" userId="29faefcf-6f8f-4e38-bb37-f15a23c414a4" providerId="ADAL" clId="{7AC3AAF9-FFBA-4835-976D-CA323E962178}" dt="2023-06-02T11:58:43.157" v="1"/>
          <ac:spMkLst>
            <pc:docMk/>
            <pc:sldMk cId="0" sldId="264"/>
            <ac:spMk id="210" creationId="{00000000-0000-0000-0000-000000000000}"/>
          </ac:spMkLst>
        </pc:spChg>
        <pc:spChg chg="mod">
          <ac:chgData name="Kothapalli Venkatesh Kiranmai" userId="29faefcf-6f8f-4e38-bb37-f15a23c414a4" providerId="ADAL" clId="{7AC3AAF9-FFBA-4835-976D-CA323E962178}" dt="2023-06-02T11:58:43.157" v="1"/>
          <ac:spMkLst>
            <pc:docMk/>
            <pc:sldMk cId="0" sldId="264"/>
            <ac:spMk id="211" creationId="{00000000-0000-0000-0000-000000000000}"/>
          </ac:spMkLst>
        </pc:spChg>
        <pc:spChg chg="mod">
          <ac:chgData name="Kothapalli Venkatesh Kiranmai" userId="29faefcf-6f8f-4e38-bb37-f15a23c414a4" providerId="ADAL" clId="{7AC3AAF9-FFBA-4835-976D-CA323E962178}" dt="2023-06-02T11:58:43.157" v="1"/>
          <ac:spMkLst>
            <pc:docMk/>
            <pc:sldMk cId="0" sldId="264"/>
            <ac:spMk id="212" creationId="{00000000-0000-0000-0000-000000000000}"/>
          </ac:spMkLst>
        </pc:spChg>
        <pc:spChg chg="mod">
          <ac:chgData name="Kothapalli Venkatesh Kiranmai" userId="29faefcf-6f8f-4e38-bb37-f15a23c414a4" providerId="ADAL" clId="{7AC3AAF9-FFBA-4835-976D-CA323E962178}" dt="2023-06-02T11:58:43.157" v="1"/>
          <ac:spMkLst>
            <pc:docMk/>
            <pc:sldMk cId="0" sldId="264"/>
            <ac:spMk id="213" creationId="{00000000-0000-0000-0000-000000000000}"/>
          </ac:spMkLst>
        </pc:spChg>
        <pc:spChg chg="mod">
          <ac:chgData name="Kothapalli Venkatesh Kiranmai" userId="29faefcf-6f8f-4e38-bb37-f15a23c414a4" providerId="ADAL" clId="{7AC3AAF9-FFBA-4835-976D-CA323E962178}" dt="2023-06-02T11:58:43.157" v="1"/>
          <ac:spMkLst>
            <pc:docMk/>
            <pc:sldMk cId="0" sldId="264"/>
            <ac:spMk id="214" creationId="{00000000-0000-0000-0000-000000000000}"/>
          </ac:spMkLst>
        </pc:spChg>
        <pc:spChg chg="mod">
          <ac:chgData name="Kothapalli Venkatesh Kiranmai" userId="29faefcf-6f8f-4e38-bb37-f15a23c414a4" providerId="ADAL" clId="{7AC3AAF9-FFBA-4835-976D-CA323E962178}" dt="2023-06-02T11:58:43.157" v="1"/>
          <ac:spMkLst>
            <pc:docMk/>
            <pc:sldMk cId="0" sldId="264"/>
            <ac:spMk id="215" creationId="{00000000-0000-0000-0000-000000000000}"/>
          </ac:spMkLst>
        </pc:spChg>
      </pc:sldChg>
      <pc:sldChg chg="addSp delSp modSp">
        <pc:chgData name="Kothapalli Venkatesh Kiranmai" userId="29faefcf-6f8f-4e38-bb37-f15a23c414a4" providerId="ADAL" clId="{7AC3AAF9-FFBA-4835-976D-CA323E962178}" dt="2023-06-02T11:58:40.836" v="0"/>
        <pc:sldMkLst>
          <pc:docMk/>
          <pc:sldMk cId="0" sldId="650"/>
        </pc:sldMkLst>
        <pc:spChg chg="add del mod">
          <ac:chgData name="Kothapalli Venkatesh Kiranmai" userId="29faefcf-6f8f-4e38-bb37-f15a23c414a4" providerId="ADAL" clId="{7AC3AAF9-FFBA-4835-976D-CA323E962178}" dt="2023-06-02T11:58:40.836" v="0"/>
          <ac:spMkLst>
            <pc:docMk/>
            <pc:sldMk cId="0" sldId="650"/>
            <ac:spMk id="2" creationId="{2B7792CE-5D9C-E08D-B34F-77A7C3F376AC}"/>
          </ac:spMkLst>
        </pc:spChg>
        <pc:spChg chg="add del mod">
          <ac:chgData name="Kothapalli Venkatesh Kiranmai" userId="29faefcf-6f8f-4e38-bb37-f15a23c414a4" providerId="ADAL" clId="{7AC3AAF9-FFBA-4835-976D-CA323E962178}" dt="2023-06-02T11:58:40.836" v="0"/>
          <ac:spMkLst>
            <pc:docMk/>
            <pc:sldMk cId="0" sldId="650"/>
            <ac:spMk id="3" creationId="{AED25698-5DB2-EAB3-6C32-ABE76A4D10C7}"/>
          </ac:spMkLst>
        </pc:spChg>
        <pc:spChg chg="add del mod">
          <ac:chgData name="Kothapalli Venkatesh Kiranmai" userId="29faefcf-6f8f-4e38-bb37-f15a23c414a4" providerId="ADAL" clId="{7AC3AAF9-FFBA-4835-976D-CA323E962178}" dt="2023-06-02T11:58:40.836" v="0"/>
          <ac:spMkLst>
            <pc:docMk/>
            <pc:sldMk cId="0" sldId="650"/>
            <ac:spMk id="4" creationId="{19D43E5C-78D0-66F2-192D-D5AAC6D38D5C}"/>
          </ac:spMkLst>
        </pc:spChg>
        <pc:spChg chg="add del mod">
          <ac:chgData name="Kothapalli Venkatesh Kiranmai" userId="29faefcf-6f8f-4e38-bb37-f15a23c414a4" providerId="ADAL" clId="{7AC3AAF9-FFBA-4835-976D-CA323E962178}" dt="2023-06-02T11:58:40.836" v="0"/>
          <ac:spMkLst>
            <pc:docMk/>
            <pc:sldMk cId="0" sldId="650"/>
            <ac:spMk id="5" creationId="{07321D02-D88C-ECAF-0BB8-2A9927061FF3}"/>
          </ac:spMkLst>
        </pc:spChg>
        <pc:spChg chg="add del mod">
          <ac:chgData name="Kothapalli Venkatesh Kiranmai" userId="29faefcf-6f8f-4e38-bb37-f15a23c414a4" providerId="ADAL" clId="{7AC3AAF9-FFBA-4835-976D-CA323E962178}" dt="2023-06-02T11:58:40.836" v="0"/>
          <ac:spMkLst>
            <pc:docMk/>
            <pc:sldMk cId="0" sldId="650"/>
            <ac:spMk id="6" creationId="{46CB4F27-0D6E-9AA1-FAC8-6E57D7DF0058}"/>
          </ac:spMkLst>
        </pc:spChg>
        <pc:spChg chg="add del mod">
          <ac:chgData name="Kothapalli Venkatesh Kiranmai" userId="29faefcf-6f8f-4e38-bb37-f15a23c414a4" providerId="ADAL" clId="{7AC3AAF9-FFBA-4835-976D-CA323E962178}" dt="2023-06-02T11:58:40.836" v="0"/>
          <ac:spMkLst>
            <pc:docMk/>
            <pc:sldMk cId="0" sldId="650"/>
            <ac:spMk id="7" creationId="{5F54C27F-BE7C-A0EA-030D-1C43362D5A5D}"/>
          </ac:spMkLst>
        </pc:spChg>
        <pc:spChg chg="mod">
          <ac:chgData name="Kothapalli Venkatesh Kiranmai" userId="29faefcf-6f8f-4e38-bb37-f15a23c414a4" providerId="ADAL" clId="{7AC3AAF9-FFBA-4835-976D-CA323E962178}" dt="2023-06-02T11:58:40.836" v="0"/>
          <ac:spMkLst>
            <pc:docMk/>
            <pc:sldMk cId="0" sldId="650"/>
            <ac:spMk id="198" creationId="{00000000-0000-0000-0000-000000000000}"/>
          </ac:spMkLst>
        </pc:spChg>
        <pc:spChg chg="mod">
          <ac:chgData name="Kothapalli Venkatesh Kiranmai" userId="29faefcf-6f8f-4e38-bb37-f15a23c414a4" providerId="ADAL" clId="{7AC3AAF9-FFBA-4835-976D-CA323E962178}" dt="2023-06-02T11:58:40.836" v="0"/>
          <ac:spMkLst>
            <pc:docMk/>
            <pc:sldMk cId="0" sldId="650"/>
            <ac:spMk id="199" creationId="{00000000-0000-0000-0000-000000000000}"/>
          </ac:spMkLst>
        </pc:spChg>
        <pc:spChg chg="mod">
          <ac:chgData name="Kothapalli Venkatesh Kiranmai" userId="29faefcf-6f8f-4e38-bb37-f15a23c414a4" providerId="ADAL" clId="{7AC3AAF9-FFBA-4835-976D-CA323E962178}" dt="2023-06-02T11:58:40.836" v="0"/>
          <ac:spMkLst>
            <pc:docMk/>
            <pc:sldMk cId="0" sldId="650"/>
            <ac:spMk id="200" creationId="{00000000-0000-0000-0000-000000000000}"/>
          </ac:spMkLst>
        </pc:spChg>
        <pc:spChg chg="mod">
          <ac:chgData name="Kothapalli Venkatesh Kiranmai" userId="29faefcf-6f8f-4e38-bb37-f15a23c414a4" providerId="ADAL" clId="{7AC3AAF9-FFBA-4835-976D-CA323E962178}" dt="2023-06-02T11:58:40.836" v="0"/>
          <ac:spMkLst>
            <pc:docMk/>
            <pc:sldMk cId="0" sldId="650"/>
            <ac:spMk id="201" creationId="{00000000-0000-0000-0000-000000000000}"/>
          </ac:spMkLst>
        </pc:spChg>
        <pc:spChg chg="mod">
          <ac:chgData name="Kothapalli Venkatesh Kiranmai" userId="29faefcf-6f8f-4e38-bb37-f15a23c414a4" providerId="ADAL" clId="{7AC3AAF9-FFBA-4835-976D-CA323E962178}" dt="2023-06-02T11:58:40.836" v="0"/>
          <ac:spMkLst>
            <pc:docMk/>
            <pc:sldMk cId="0" sldId="650"/>
            <ac:spMk id="202" creationId="{00000000-0000-0000-0000-000000000000}"/>
          </ac:spMkLst>
        </pc:spChg>
        <pc:spChg chg="mod">
          <ac:chgData name="Kothapalli Venkatesh Kiranmai" userId="29faefcf-6f8f-4e38-bb37-f15a23c414a4" providerId="ADAL" clId="{7AC3AAF9-FFBA-4835-976D-CA323E962178}" dt="2023-06-02T11:58:40.836" v="0"/>
          <ac:spMkLst>
            <pc:docMk/>
            <pc:sldMk cId="0" sldId="650"/>
            <ac:spMk id="203" creationId="{00000000-0000-0000-0000-000000000000}"/>
          </ac:spMkLst>
        </pc:spChg>
      </pc:sldChg>
    </pc:docChg>
  </pc:docChgLst>
  <pc:docChgLst>
    <pc:chgData name="AFREEN FATHIMA" userId="69b391e9-cee5-4a01-9220-615d7d263339" providerId="ADAL" clId="{02252E48-085F-480D-B17A-8CAF96B74C98}"/>
    <pc:docChg chg="custSel modSld">
      <pc:chgData name="AFREEN FATHIMA" userId="69b391e9-cee5-4a01-9220-615d7d263339" providerId="ADAL" clId="{02252E48-085F-480D-B17A-8CAF96B74C98}" dt="2023-08-23T15:46:47.114" v="1" actId="478"/>
      <pc:docMkLst>
        <pc:docMk/>
      </pc:docMkLst>
      <pc:sldChg chg="delSp mod">
        <pc:chgData name="AFREEN FATHIMA" userId="69b391e9-cee5-4a01-9220-615d7d263339" providerId="ADAL" clId="{02252E48-085F-480D-B17A-8CAF96B74C98}" dt="2023-08-23T15:46:41.445" v="0" actId="478"/>
        <pc:sldMkLst>
          <pc:docMk/>
          <pc:sldMk cId="1630745347" sldId="374"/>
        </pc:sldMkLst>
        <pc:spChg chg="del">
          <ac:chgData name="AFREEN FATHIMA" userId="69b391e9-cee5-4a01-9220-615d7d263339" providerId="ADAL" clId="{02252E48-085F-480D-B17A-8CAF96B74C98}" dt="2023-08-23T15:46:41.445" v="0" actId="478"/>
          <ac:spMkLst>
            <pc:docMk/>
            <pc:sldMk cId="1630745347" sldId="374"/>
            <ac:spMk id="234" creationId="{00000000-0000-0000-0000-000000000000}"/>
          </ac:spMkLst>
        </pc:spChg>
      </pc:sldChg>
      <pc:sldChg chg="delSp mod">
        <pc:chgData name="AFREEN FATHIMA" userId="69b391e9-cee5-4a01-9220-615d7d263339" providerId="ADAL" clId="{02252E48-085F-480D-B17A-8CAF96B74C98}" dt="2023-08-23T15:46:47.114" v="1" actId="478"/>
        <pc:sldMkLst>
          <pc:docMk/>
          <pc:sldMk cId="4190178642" sldId="375"/>
        </pc:sldMkLst>
        <pc:spChg chg="del">
          <ac:chgData name="AFREEN FATHIMA" userId="69b391e9-cee5-4a01-9220-615d7d263339" providerId="ADAL" clId="{02252E48-085F-480D-B17A-8CAF96B74C98}" dt="2023-08-23T15:46:47.114" v="1" actId="478"/>
          <ac:spMkLst>
            <pc:docMk/>
            <pc:sldMk cId="4190178642" sldId="375"/>
            <ac:spMk id="531" creationId="{00000000-0000-0000-0000-000000000000}"/>
          </ac:spMkLst>
        </pc:spChg>
      </pc:sldChg>
    </pc:docChg>
  </pc:docChgLst>
  <pc:docChgLst>
    <pc:chgData name="Anishka Arya" userId="61b518de-7af3-4d37-8fb5-d999063ea090" providerId="ADAL" clId="{910A5B6C-E6C9-4DE2-B00C-DB484AB53F81}"/>
    <pc:docChg chg="modSld">
      <pc:chgData name="Anishka Arya" userId="61b518de-7af3-4d37-8fb5-d999063ea090" providerId="ADAL" clId="{910A5B6C-E6C9-4DE2-B00C-DB484AB53F81}" dt="2023-06-26T07:42:45.491" v="34" actId="20577"/>
      <pc:docMkLst>
        <pc:docMk/>
      </pc:docMkLst>
      <pc:sldChg chg="modSp mod">
        <pc:chgData name="Anishka Arya" userId="61b518de-7af3-4d37-8fb5-d999063ea090" providerId="ADAL" clId="{910A5B6C-E6C9-4DE2-B00C-DB484AB53F81}" dt="2023-06-26T07:36:47.533" v="29" actId="20577"/>
        <pc:sldMkLst>
          <pc:docMk/>
          <pc:sldMk cId="1630745347" sldId="374"/>
        </pc:sldMkLst>
        <pc:spChg chg="mod">
          <ac:chgData name="Anishka Arya" userId="61b518de-7af3-4d37-8fb5-d999063ea090" providerId="ADAL" clId="{910A5B6C-E6C9-4DE2-B00C-DB484AB53F81}" dt="2023-06-26T07:36:47.533" v="29" actId="20577"/>
          <ac:spMkLst>
            <pc:docMk/>
            <pc:sldMk cId="1630745347" sldId="374"/>
            <ac:spMk id="231" creationId="{00000000-0000-0000-0000-000000000000}"/>
          </ac:spMkLst>
        </pc:spChg>
      </pc:sldChg>
      <pc:sldChg chg="modSp mod">
        <pc:chgData name="Anishka Arya" userId="61b518de-7af3-4d37-8fb5-d999063ea090" providerId="ADAL" clId="{910A5B6C-E6C9-4DE2-B00C-DB484AB53F81}" dt="2023-06-26T07:42:45.491" v="34" actId="20577"/>
        <pc:sldMkLst>
          <pc:docMk/>
          <pc:sldMk cId="4190178642" sldId="375"/>
        </pc:sldMkLst>
        <pc:spChg chg="mod">
          <ac:chgData name="Anishka Arya" userId="61b518de-7af3-4d37-8fb5-d999063ea090" providerId="ADAL" clId="{910A5B6C-E6C9-4DE2-B00C-DB484AB53F81}" dt="2023-06-26T07:42:45.491" v="34" actId="20577"/>
          <ac:spMkLst>
            <pc:docMk/>
            <pc:sldMk cId="4190178642" sldId="375"/>
            <ac:spMk id="52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81794-B535-4C48-BBE8-526578888544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900C1-7326-4B4D-9C4E-22E7230B6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47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0069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rse 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8;p22">
            <a:extLst>
              <a:ext uri="{FF2B5EF4-FFF2-40B4-BE49-F238E27FC236}">
                <a16:creationId xmlns:a16="http://schemas.microsoft.com/office/drawing/2014/main" id="{7B4145C4-EE9A-4056-4B60-0881CACD0193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4;p23">
            <a:extLst>
              <a:ext uri="{FF2B5EF4-FFF2-40B4-BE49-F238E27FC236}">
                <a16:creationId xmlns:a16="http://schemas.microsoft.com/office/drawing/2014/main" id="{CE57947D-DBAC-21DB-73BE-F78F1726973A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lvl="0" indent="0" algn="ctr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800" b="1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1628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sson Name" preserve="1" userDrawn="1">
  <p:cSld name="Lesson Nam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23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4;p23">
            <a:extLst>
              <a:ext uri="{FF2B5EF4-FFF2-40B4-BE49-F238E27FC236}">
                <a16:creationId xmlns:a16="http://schemas.microsoft.com/office/drawing/2014/main" id="{0FE0BEE1-B2B3-D8AE-8B21-7B4BAC91C142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lvl="0" indent="0" algn="ctr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800" b="1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9918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ou Already Know" preserve="1" userDrawn="1">
  <p:cSld name="You Already Know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24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4"/>
          <p:cNvSpPr/>
          <p:nvPr/>
        </p:nvSpPr>
        <p:spPr>
          <a:xfrm>
            <a:off x="5718038" y="322216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You Already Know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9;p24">
            <a:extLst>
              <a:ext uri="{FF2B5EF4-FFF2-40B4-BE49-F238E27FC236}">
                <a16:creationId xmlns:a16="http://schemas.microsoft.com/office/drawing/2014/main" id="{45805213-5148-C374-0B6A-FBC7DF66B8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1858" y="26031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</a:pPr>
            <a:endParaRPr/>
          </a:p>
        </p:txBody>
      </p:sp>
      <p:sp>
        <p:nvSpPr>
          <p:cNvPr id="5" name="Google Shape;73;p29">
            <a:extLst>
              <a:ext uri="{FF2B5EF4-FFF2-40B4-BE49-F238E27FC236}">
                <a16:creationId xmlns:a16="http://schemas.microsoft.com/office/drawing/2014/main" id="{A329659F-8931-D1BF-F644-B58CEC7A819F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9249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120">
          <p15:clr>
            <a:srgbClr val="00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You_already_kn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6;p24">
            <a:extLst>
              <a:ext uri="{FF2B5EF4-FFF2-40B4-BE49-F238E27FC236}">
                <a16:creationId xmlns:a16="http://schemas.microsoft.com/office/drawing/2014/main" id="{6F1C32AD-6E65-45D9-86A4-DCDE0D32768F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0;p24">
            <a:extLst>
              <a:ext uri="{FF2B5EF4-FFF2-40B4-BE49-F238E27FC236}">
                <a16:creationId xmlns:a16="http://schemas.microsoft.com/office/drawing/2014/main" id="{26A301A2-0292-1A51-1C40-16AB99F30AB7}"/>
              </a:ext>
            </a:extLst>
          </p:cNvPr>
          <p:cNvSpPr/>
          <p:nvPr userDrawn="1"/>
        </p:nvSpPr>
        <p:spPr>
          <a:xfrm>
            <a:off x="5718038" y="322216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You Already Know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80BBD519-6780-E29A-51F9-BC84AACECB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50783" y="1512887"/>
            <a:ext cx="13732042" cy="6618287"/>
          </a:xfrm>
        </p:spPr>
        <p:txBody>
          <a:bodyPr/>
          <a:lstStyle>
            <a:lvl1pPr marL="0" indent="0">
              <a:buNone/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4312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cap" preserve="1" userDrawn="1">
  <p:cSld name="Recap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25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25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6" name="Google Shape;36;p25"/>
          <p:cNvSpPr/>
          <p:nvPr/>
        </p:nvSpPr>
        <p:spPr>
          <a:xfrm>
            <a:off x="352712" y="438867"/>
            <a:ext cx="240496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Recap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73;p29">
            <a:extLst>
              <a:ext uri="{FF2B5EF4-FFF2-40B4-BE49-F238E27FC236}">
                <a16:creationId xmlns:a16="http://schemas.microsoft.com/office/drawing/2014/main" id="{BA8E9C16-575E-F214-D660-349F8CD58800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844889" y="1622017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/>
          </a:p>
        </p:txBody>
      </p:sp>
      <p:sp>
        <p:nvSpPr>
          <p:cNvPr id="13" name="Google Shape;29;p24">
            <a:extLst>
              <a:ext uri="{FF2B5EF4-FFF2-40B4-BE49-F238E27FC236}">
                <a16:creationId xmlns:a16="http://schemas.microsoft.com/office/drawing/2014/main" id="{A8352C58-E1B7-7AF5-20DA-4A18ECBF310C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812800" y="2712304"/>
            <a:ext cx="10839622" cy="55274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2430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day in the life" preserve="1" userDrawn="1">
  <p:cSld name="A day in the lif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03379F-6615-3946-F3DC-84DD58EC0F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</p:spPr>
      </p:pic>
      <p:sp>
        <p:nvSpPr>
          <p:cNvPr id="6" name="Google Shape;73;p29">
            <a:extLst>
              <a:ext uri="{FF2B5EF4-FFF2-40B4-BE49-F238E27FC236}">
                <a16:creationId xmlns:a16="http://schemas.microsoft.com/office/drawing/2014/main" id="{47D8B3EC-6FC1-1D8C-89C7-6C535510F2D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844889" y="1622017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/>
          </a:p>
        </p:txBody>
      </p:sp>
      <p:sp>
        <p:nvSpPr>
          <p:cNvPr id="7" name="Google Shape;29;p24">
            <a:extLst>
              <a:ext uri="{FF2B5EF4-FFF2-40B4-BE49-F238E27FC236}">
                <a16:creationId xmlns:a16="http://schemas.microsoft.com/office/drawing/2014/main" id="{1D6B2300-6D1F-B115-8FF6-63B469079D08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812800" y="2712304"/>
            <a:ext cx="10839622" cy="55274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/>
          </a:p>
        </p:txBody>
      </p:sp>
      <p:sp>
        <p:nvSpPr>
          <p:cNvPr id="2" name="Google Shape;62;p29">
            <a:extLst>
              <a:ext uri="{FF2B5EF4-FFF2-40B4-BE49-F238E27FC236}">
                <a16:creationId xmlns:a16="http://schemas.microsoft.com/office/drawing/2014/main" id="{A8ED1C70-09C3-3416-0187-C1611F8017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2810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_for_Aday_Rec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73;p29">
            <a:extLst>
              <a:ext uri="{FF2B5EF4-FFF2-40B4-BE49-F238E27FC236}">
                <a16:creationId xmlns:a16="http://schemas.microsoft.com/office/drawing/2014/main" id="{B3939B18-51C6-B760-9847-DBF969067996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844889" y="1512833"/>
            <a:ext cx="10807533" cy="903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/>
            </a:lvl1pPr>
          </a:lstStyle>
          <a:p>
            <a:pPr marL="228600" lvl="0" indent="-228600"/>
            <a:endParaRPr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4B5EF1-B91C-9C3A-2571-75C7A1B0B8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4550" y="2603500"/>
            <a:ext cx="10807700" cy="5538468"/>
          </a:xfrm>
        </p:spPr>
        <p:txBody>
          <a:bodyPr/>
          <a:lstStyle>
            <a:lvl1pPr marL="0" indent="0">
              <a:buNone/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31808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rning Objectives" preserve="1" userDrawn="1">
  <p:cSld name="Learning Objectiv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27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</p:spPr>
      </p:pic>
      <p:sp>
        <p:nvSpPr>
          <p:cNvPr id="47" name="Google Shape;47;p2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47395" y="274390"/>
            <a:ext cx="4819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Learning Objectives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8944" y="1933649"/>
            <a:ext cx="7888027" cy="55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By the end of this lesson, you will be able to:</a:t>
            </a:r>
            <a:endParaRPr/>
          </a:p>
        </p:txBody>
      </p:sp>
      <p:sp>
        <p:nvSpPr>
          <p:cNvPr id="5" name="Brandline_LVC">
            <a:extLst>
              <a:ext uri="{FF2B5EF4-FFF2-40B4-BE49-F238E27FC236}">
                <a16:creationId xmlns:a16="http://schemas.microsoft.com/office/drawing/2014/main" id="{78567AD7-7BF8-45E8-DB3F-F2D6FE361A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67652" y="837660"/>
            <a:ext cx="4391501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6384E7AB-95CF-3870-72EE-80D1C6CB17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32875" y="2758746"/>
            <a:ext cx="9036000" cy="10116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GB" dirty="0"/>
            </a:lvl1pPr>
          </a:lstStyle>
          <a:p>
            <a:pPr marL="228600" lvl="0" indent="-228600">
              <a:spcBef>
                <a:spcPts val="0"/>
              </a:spcBef>
            </a:pPr>
            <a:r>
              <a:rPr lang="en-GB"/>
              <a:t>Click to add text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0792C23-1841-F349-D944-8E77CAED48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32356" y="3558751"/>
            <a:ext cx="9036000" cy="1011600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746234C-6D4D-7050-90E1-5A68C85239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31837" y="4383470"/>
            <a:ext cx="9036000" cy="1011600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F9AB914-01CE-78D6-02EB-58EA39C5A1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2873" y="5195833"/>
            <a:ext cx="9034445" cy="1010072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/>
              <a:t>Click to add text</a:t>
            </a:r>
          </a:p>
        </p:txBody>
      </p:sp>
      <p:grpSp>
        <p:nvGrpSpPr>
          <p:cNvPr id="13" name="Group 12" hidden="1">
            <a:extLst>
              <a:ext uri="{FF2B5EF4-FFF2-40B4-BE49-F238E27FC236}">
                <a16:creationId xmlns:a16="http://schemas.microsoft.com/office/drawing/2014/main" id="{16B8C86D-690C-8679-0C89-F4D009576CAF}"/>
              </a:ext>
            </a:extLst>
          </p:cNvPr>
          <p:cNvGrpSpPr>
            <a:grpSpLocks/>
          </p:cNvGrpSpPr>
          <p:nvPr userDrawn="1"/>
        </p:nvGrpSpPr>
        <p:grpSpPr>
          <a:xfrm>
            <a:off x="1239953" y="642551"/>
            <a:ext cx="4011669" cy="4670397"/>
            <a:chOff x="1239953" y="642551"/>
            <a:chExt cx="4011669" cy="467039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DB747F5-5266-DDBF-8B8B-6AF78984F4A6}"/>
                </a:ext>
              </a:extLst>
            </p:cNvPr>
            <p:cNvSpPr>
              <a:spLocks/>
            </p:cNvSpPr>
            <p:nvPr userDrawn="1"/>
          </p:nvSpPr>
          <p:spPr>
            <a:xfrm>
              <a:off x="2967652" y="642551"/>
              <a:ext cx="2283970" cy="14951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FFF687B-5B53-6973-9596-70BBBD72EE56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953" y="2290530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452DB3C-19AB-7AF5-B459-CAF2AF2C0973}"/>
                </a:ext>
              </a:extLst>
            </p:cNvPr>
            <p:cNvSpPr>
              <a:spLocks/>
            </p:cNvSpPr>
            <p:nvPr userDrawn="1"/>
          </p:nvSpPr>
          <p:spPr>
            <a:xfrm>
              <a:off x="1332872" y="3094469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C3C8E8-C94E-EE19-7794-FFC583E56915}"/>
                </a:ext>
              </a:extLst>
            </p:cNvPr>
            <p:cNvSpPr>
              <a:spLocks/>
            </p:cNvSpPr>
            <p:nvPr userDrawn="1"/>
          </p:nvSpPr>
          <p:spPr>
            <a:xfrm>
              <a:off x="1332872" y="3903123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0958B4A-72D3-24FF-4B57-C742B90B61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332872" y="4718948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5267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 Name" preserve="1" userDrawn="1">
  <p:cSld name="Topic Nam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28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7;p28">
            <a:extLst>
              <a:ext uri="{FF2B5EF4-FFF2-40B4-BE49-F238E27FC236}">
                <a16:creationId xmlns:a16="http://schemas.microsoft.com/office/drawing/2014/main" id="{B82D352B-96E6-AAAA-F1D6-C3BB62225E8B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lvl="0" indent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7397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 preserve="1" userDrawn="1">
  <p:cSld name="Content Slid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9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9;p24">
            <a:extLst>
              <a:ext uri="{FF2B5EF4-FFF2-40B4-BE49-F238E27FC236}">
                <a16:creationId xmlns:a16="http://schemas.microsoft.com/office/drawing/2014/main" id="{9DE67C09-DDD5-F518-3695-E699DFE5CC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1858" y="26031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342900" lvl="0" indent="-342900" algn="ctr">
              <a:lnSpc>
                <a:spcPct val="115000"/>
              </a:lnSpc>
            </a:pPr>
            <a:endParaRPr/>
          </a:p>
        </p:txBody>
      </p:sp>
      <p:sp>
        <p:nvSpPr>
          <p:cNvPr id="3" name="Google Shape;73;p29">
            <a:extLst>
              <a:ext uri="{FF2B5EF4-FFF2-40B4-BE49-F238E27FC236}">
                <a16:creationId xmlns:a16="http://schemas.microsoft.com/office/drawing/2014/main" id="{38354FE8-D9C0-5D1E-6102-5F329424ACA2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" name="Picture 3" descr="A picture containing colorfulness, pattern, rectangle, screenshot&#10;&#10;Description automatically generated">
            <a:extLst>
              <a:ext uri="{FF2B5EF4-FFF2-40B4-BE49-F238E27FC236}">
                <a16:creationId xmlns:a16="http://schemas.microsoft.com/office/drawing/2014/main" id="{E2A3B44F-361D-277C-1049-456D319756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6008" y="913238"/>
            <a:ext cx="1219478" cy="7291461"/>
          </a:xfrm>
          <a:prstGeom prst="rect">
            <a:avLst/>
          </a:prstGeom>
        </p:spPr>
      </p:pic>
      <p:sp>
        <p:nvSpPr>
          <p:cNvPr id="5" name="Google Shape;62;p29">
            <a:extLst>
              <a:ext uri="{FF2B5EF4-FFF2-40B4-BE49-F238E27FC236}">
                <a16:creationId xmlns:a16="http://schemas.microsoft.com/office/drawing/2014/main" id="{AB337D6E-8449-CC57-E216-03FFF7FCAE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2632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Conten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0;p29">
            <a:extLst>
              <a:ext uri="{FF2B5EF4-FFF2-40B4-BE49-F238E27FC236}">
                <a16:creationId xmlns:a16="http://schemas.microsoft.com/office/drawing/2014/main" id="{F32A8D92-D03F-CBD0-6218-23FF67B0B49F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73;p29">
            <a:extLst>
              <a:ext uri="{FF2B5EF4-FFF2-40B4-BE49-F238E27FC236}">
                <a16:creationId xmlns:a16="http://schemas.microsoft.com/office/drawing/2014/main" id="{E6FEAC37-04A1-A80A-3380-E02111EDE62B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/>
          </a:p>
        </p:txBody>
      </p:sp>
      <p:pic>
        <p:nvPicPr>
          <p:cNvPr id="2" name="Picture 1" descr="A picture containing colorfulness, pattern, rectangle, screenshot&#10;&#10;Description automatically generated">
            <a:extLst>
              <a:ext uri="{FF2B5EF4-FFF2-40B4-BE49-F238E27FC236}">
                <a16:creationId xmlns:a16="http://schemas.microsoft.com/office/drawing/2014/main" id="{CE904573-2F71-0E73-120D-C3CFB365EE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6008" y="897196"/>
            <a:ext cx="1219478" cy="7291461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3E84CA6-4EC8-7CAF-7B14-1E891A95D9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5825" y="2612636"/>
            <a:ext cx="13697000" cy="5517901"/>
          </a:xfrm>
        </p:spPr>
        <p:txBody>
          <a:bodyPr/>
          <a:lstStyle>
            <a:lvl1pPr marL="0" indent="0">
              <a:buNone/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Google Shape;62;p29">
            <a:extLst>
              <a:ext uri="{FF2B5EF4-FFF2-40B4-BE49-F238E27FC236}">
                <a16:creationId xmlns:a16="http://schemas.microsoft.com/office/drawing/2014/main" id="{AC975B08-1151-8CCE-4012-72257845E8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47637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nowledge Check " preserve="1">
  <p:cSld name="Knowledge Check 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75;p30">
            <a:extLst>
              <a:ext uri="{FF2B5EF4-FFF2-40B4-BE49-F238E27FC236}">
                <a16:creationId xmlns:a16="http://schemas.microsoft.com/office/drawing/2014/main" id="{DBF002C0-AEB4-C534-B92D-91D67E6C1306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8" cy="9143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picture containing arrow&#10;&#10;Description automatically generated">
            <a:extLst>
              <a:ext uri="{FF2B5EF4-FFF2-40B4-BE49-F238E27FC236}">
                <a16:creationId xmlns:a16="http://schemas.microsoft.com/office/drawing/2014/main" id="{72D68FFF-4E46-2E6B-67FA-3692374CF0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Google Shape;77;p30">
            <a:extLst>
              <a:ext uri="{FF2B5EF4-FFF2-40B4-BE49-F238E27FC236}">
                <a16:creationId xmlns:a16="http://schemas.microsoft.com/office/drawing/2014/main" id="{6A084776-D363-88F2-5A8F-FF2A63DFFD9D}"/>
              </a:ext>
            </a:extLst>
          </p:cNvPr>
          <p:cNvSpPr/>
          <p:nvPr userDrawn="1"/>
        </p:nvSpPr>
        <p:spPr>
          <a:xfrm>
            <a:off x="8955907" y="4310390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None/>
            </a:pPr>
            <a:r>
              <a:rPr lang="en-US" sz="2800" b="1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1400" b="0" i="0" u="none" strike="noStrike" cap="none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7809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>
            <a:extLst>
              <a:ext uri="{FF2B5EF4-FFF2-40B4-BE49-F238E27FC236}">
                <a16:creationId xmlns:a16="http://schemas.microsoft.com/office/drawing/2014/main" id="{2CCF119B-BE71-CB96-2E2D-4D70E3379D0F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Box">
            <a:extLst>
              <a:ext uri="{FF2B5EF4-FFF2-40B4-BE49-F238E27FC236}">
                <a16:creationId xmlns:a16="http://schemas.microsoft.com/office/drawing/2014/main" id="{E7B51B66-9EEF-5EF8-EAC3-1AA2FA35C688}"/>
              </a:ext>
            </a:extLst>
          </p:cNvPr>
          <p:cNvSpPr/>
          <p:nvPr userDrawn="1"/>
        </p:nvSpPr>
        <p:spPr>
          <a:xfrm>
            <a:off x="1281113" y="590549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KT_Text">
            <a:extLst>
              <a:ext uri="{FF2B5EF4-FFF2-40B4-BE49-F238E27FC236}">
                <a16:creationId xmlns:a16="http://schemas.microsoft.com/office/drawing/2014/main" id="{9E09D2CD-8815-6873-76A0-750613A9B008}"/>
              </a:ext>
            </a:extLst>
          </p:cNvPr>
          <p:cNvSpPr txBox="1"/>
          <p:nvPr userDrawn="1"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Rec_Box">
            <a:extLst>
              <a:ext uri="{FF2B5EF4-FFF2-40B4-BE49-F238E27FC236}">
                <a16:creationId xmlns:a16="http://schemas.microsoft.com/office/drawing/2014/main" id="{0E9A9157-9B5D-B020-50FD-5C124440F36A}"/>
              </a:ext>
            </a:extLst>
          </p:cNvPr>
          <p:cNvSpPr/>
          <p:nvPr userDrawn="1"/>
        </p:nvSpPr>
        <p:spPr>
          <a:xfrm>
            <a:off x="1275907" y="578759"/>
            <a:ext cx="14093455" cy="1446622"/>
          </a:xfrm>
          <a:prstGeom prst="rect">
            <a:avLst/>
          </a:prstGeom>
          <a:noFill/>
          <a:ln w="12700">
            <a:solidFill>
              <a:srgbClr val="3D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">
            <a:extLst>
              <a:ext uri="{FF2B5EF4-FFF2-40B4-BE49-F238E27FC236}">
                <a16:creationId xmlns:a16="http://schemas.microsoft.com/office/drawing/2014/main" id="{FDF40B25-39B3-30ED-29BE-9F1AD527FCEE}"/>
              </a:ext>
            </a:extLst>
          </p:cNvPr>
          <p:cNvSpPr txBox="1"/>
          <p:nvPr userDrawn="1"/>
        </p:nvSpPr>
        <p:spPr>
          <a:xfrm>
            <a:off x="1708922" y="2698180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/>
              <a:t>A.</a:t>
            </a:r>
          </a:p>
        </p:txBody>
      </p:sp>
      <p:sp>
        <p:nvSpPr>
          <p:cNvPr id="8" name="Opt_A">
            <a:extLst>
              <a:ext uri="{FF2B5EF4-FFF2-40B4-BE49-F238E27FC236}">
                <a16:creationId xmlns:a16="http://schemas.microsoft.com/office/drawing/2014/main" id="{2FFD20E1-904E-7B1C-E7A2-1A99877EE0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30450" y="2698180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9" name="B">
            <a:extLst>
              <a:ext uri="{FF2B5EF4-FFF2-40B4-BE49-F238E27FC236}">
                <a16:creationId xmlns:a16="http://schemas.microsoft.com/office/drawing/2014/main" id="{DB253624-90B8-4C2B-CA21-11904E51AA4D}"/>
              </a:ext>
            </a:extLst>
          </p:cNvPr>
          <p:cNvSpPr txBox="1"/>
          <p:nvPr userDrawn="1"/>
        </p:nvSpPr>
        <p:spPr>
          <a:xfrm>
            <a:off x="1713038" y="3629064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/>
              <a:t>B.</a:t>
            </a:r>
          </a:p>
        </p:txBody>
      </p:sp>
      <p:sp>
        <p:nvSpPr>
          <p:cNvPr id="10" name="Opt_B">
            <a:extLst>
              <a:ext uri="{FF2B5EF4-FFF2-40B4-BE49-F238E27FC236}">
                <a16:creationId xmlns:a16="http://schemas.microsoft.com/office/drawing/2014/main" id="{497E5D63-1C02-9A8F-6921-B4CF2B94E4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4566" y="3629064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1" name="C">
            <a:extLst>
              <a:ext uri="{FF2B5EF4-FFF2-40B4-BE49-F238E27FC236}">
                <a16:creationId xmlns:a16="http://schemas.microsoft.com/office/drawing/2014/main" id="{92E01BA2-8854-8B22-5E3B-BD48CB6419FD}"/>
              </a:ext>
            </a:extLst>
          </p:cNvPr>
          <p:cNvSpPr txBox="1"/>
          <p:nvPr userDrawn="1"/>
        </p:nvSpPr>
        <p:spPr>
          <a:xfrm>
            <a:off x="1713038" y="4568181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/>
              <a:t>C.</a:t>
            </a:r>
          </a:p>
        </p:txBody>
      </p:sp>
      <p:sp>
        <p:nvSpPr>
          <p:cNvPr id="12" name="Opt_C">
            <a:extLst>
              <a:ext uri="{FF2B5EF4-FFF2-40B4-BE49-F238E27FC236}">
                <a16:creationId xmlns:a16="http://schemas.microsoft.com/office/drawing/2014/main" id="{231483CE-CEF9-6644-5D62-34D212C6A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4566" y="4568181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3" name="D">
            <a:extLst>
              <a:ext uri="{FF2B5EF4-FFF2-40B4-BE49-F238E27FC236}">
                <a16:creationId xmlns:a16="http://schemas.microsoft.com/office/drawing/2014/main" id="{29F7EC89-820C-671D-8F62-46D0543D5E13}"/>
              </a:ext>
            </a:extLst>
          </p:cNvPr>
          <p:cNvSpPr txBox="1"/>
          <p:nvPr userDrawn="1"/>
        </p:nvSpPr>
        <p:spPr>
          <a:xfrm>
            <a:off x="1717154" y="5511422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/>
              <a:t>D.</a:t>
            </a:r>
          </a:p>
        </p:txBody>
      </p:sp>
      <p:sp>
        <p:nvSpPr>
          <p:cNvPr id="14" name="Opt_D">
            <a:extLst>
              <a:ext uri="{FF2B5EF4-FFF2-40B4-BE49-F238E27FC236}">
                <a16:creationId xmlns:a16="http://schemas.microsoft.com/office/drawing/2014/main" id="{D10DFBE0-864B-7031-13FD-BF42F6452A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38682" y="5511422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5" name="Q">
            <a:extLst>
              <a:ext uri="{FF2B5EF4-FFF2-40B4-BE49-F238E27FC236}">
                <a16:creationId xmlns:a16="http://schemas.microsoft.com/office/drawing/2014/main" id="{48CDC350-FF9D-82C7-1731-756BBBD2CE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7015" y="578759"/>
            <a:ext cx="12401573" cy="1447009"/>
          </a:xfrm>
        </p:spPr>
        <p:txBody>
          <a:bodyPr anchor="ctr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6" name="Q_No">
            <a:extLst>
              <a:ext uri="{FF2B5EF4-FFF2-40B4-BE49-F238E27FC236}">
                <a16:creationId xmlns:a16="http://schemas.microsoft.com/office/drawing/2014/main" id="{3C327913-27E5-47C0-5CE8-C92623BE9A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62390" y="1193800"/>
            <a:ext cx="1135063" cy="830263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850812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_Ans_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>
            <a:extLst>
              <a:ext uri="{FF2B5EF4-FFF2-40B4-BE49-F238E27FC236}">
                <a16:creationId xmlns:a16="http://schemas.microsoft.com/office/drawing/2014/main" id="{EF08981F-95F3-6867-209A-E2A49BEB7AC3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_Ans">
            <a:extLst>
              <a:ext uri="{FF2B5EF4-FFF2-40B4-BE49-F238E27FC236}">
                <a16:creationId xmlns:a16="http://schemas.microsoft.com/office/drawing/2014/main" id="{C5585E79-E8D7-0597-1980-9449B5FE0292}"/>
              </a:ext>
            </a:extLst>
          </p:cNvPr>
          <p:cNvSpPr txBox="1"/>
          <p:nvPr userDrawn="1"/>
        </p:nvSpPr>
        <p:spPr>
          <a:xfrm>
            <a:off x="670034" y="7369706"/>
            <a:ext cx="274905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correct answer is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" name="Ans_Line_2">
            <a:extLst>
              <a:ext uri="{FF2B5EF4-FFF2-40B4-BE49-F238E27FC236}">
                <a16:creationId xmlns:a16="http://schemas.microsoft.com/office/drawing/2014/main" id="{55D1669A-D9BB-F86C-6916-C74581CEC093}"/>
              </a:ext>
            </a:extLst>
          </p:cNvPr>
          <p:cNvCxnSpPr/>
          <p:nvPr userDrawn="1"/>
        </p:nvCxnSpPr>
        <p:spPr>
          <a:xfrm>
            <a:off x="670034" y="785436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Ans_Line">
            <a:extLst>
              <a:ext uri="{FF2B5EF4-FFF2-40B4-BE49-F238E27FC236}">
                <a16:creationId xmlns:a16="http://schemas.microsoft.com/office/drawing/2014/main" id="{25B26E89-236B-925D-2F8A-FDAD4518B1D0}"/>
              </a:ext>
            </a:extLst>
          </p:cNvPr>
          <p:cNvCxnSpPr/>
          <p:nvPr userDrawn="1"/>
        </p:nvCxnSpPr>
        <p:spPr>
          <a:xfrm>
            <a:off x="649436" y="726535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Ans_text">
            <a:extLst>
              <a:ext uri="{FF2B5EF4-FFF2-40B4-BE49-F238E27FC236}">
                <a16:creationId xmlns:a16="http://schemas.microsoft.com/office/drawing/2014/main" id="{FE57084E-D5CD-4D1D-AD6B-B0A29FBA4D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51201" y="7277661"/>
            <a:ext cx="8834438" cy="5842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rgbClr val="024F9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8" name="Ans_Desc_Text_Box">
            <a:extLst>
              <a:ext uri="{FF2B5EF4-FFF2-40B4-BE49-F238E27FC236}">
                <a16:creationId xmlns:a16="http://schemas.microsoft.com/office/drawing/2014/main" id="{7CBBC3EA-7B88-E6C6-BE6B-D41D2C647A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9925" y="7935913"/>
            <a:ext cx="13095288" cy="100488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CDEDD483-9F61-36CD-8536-63FB8C1D1DC9}"/>
              </a:ext>
            </a:extLst>
          </p:cNvPr>
          <p:cNvSpPr/>
          <p:nvPr userDrawn="1"/>
        </p:nvSpPr>
        <p:spPr>
          <a:xfrm>
            <a:off x="1281113" y="590549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KT_Text">
            <a:extLst>
              <a:ext uri="{FF2B5EF4-FFF2-40B4-BE49-F238E27FC236}">
                <a16:creationId xmlns:a16="http://schemas.microsoft.com/office/drawing/2014/main" id="{BA405B45-EFAB-0D57-ADA9-DD1F4FD2F9B7}"/>
              </a:ext>
            </a:extLst>
          </p:cNvPr>
          <p:cNvSpPr txBox="1"/>
          <p:nvPr userDrawn="1"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Rec_Box">
            <a:extLst>
              <a:ext uri="{FF2B5EF4-FFF2-40B4-BE49-F238E27FC236}">
                <a16:creationId xmlns:a16="http://schemas.microsoft.com/office/drawing/2014/main" id="{C6D60610-3ED0-B3DE-F0C6-1E2E0C6FC1CE}"/>
              </a:ext>
            </a:extLst>
          </p:cNvPr>
          <p:cNvSpPr/>
          <p:nvPr userDrawn="1"/>
        </p:nvSpPr>
        <p:spPr>
          <a:xfrm>
            <a:off x="1275907" y="578759"/>
            <a:ext cx="14093455" cy="1446622"/>
          </a:xfrm>
          <a:prstGeom prst="rect">
            <a:avLst/>
          </a:prstGeom>
          <a:noFill/>
          <a:ln w="12700">
            <a:solidFill>
              <a:srgbClr val="3D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">
            <a:extLst>
              <a:ext uri="{FF2B5EF4-FFF2-40B4-BE49-F238E27FC236}">
                <a16:creationId xmlns:a16="http://schemas.microsoft.com/office/drawing/2014/main" id="{C6A04807-31DA-6E4E-AAB1-C5EB073355C4}"/>
              </a:ext>
            </a:extLst>
          </p:cNvPr>
          <p:cNvSpPr txBox="1"/>
          <p:nvPr userDrawn="1"/>
        </p:nvSpPr>
        <p:spPr>
          <a:xfrm>
            <a:off x="1717154" y="5511422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/>
              <a:t>D.</a:t>
            </a:r>
          </a:p>
        </p:txBody>
      </p:sp>
      <p:sp>
        <p:nvSpPr>
          <p:cNvPr id="16" name="C">
            <a:extLst>
              <a:ext uri="{FF2B5EF4-FFF2-40B4-BE49-F238E27FC236}">
                <a16:creationId xmlns:a16="http://schemas.microsoft.com/office/drawing/2014/main" id="{19EED400-005F-8BFC-0381-17F5410E8424}"/>
              </a:ext>
            </a:extLst>
          </p:cNvPr>
          <p:cNvSpPr txBox="1"/>
          <p:nvPr userDrawn="1"/>
        </p:nvSpPr>
        <p:spPr>
          <a:xfrm>
            <a:off x="1713038" y="4568181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/>
              <a:t>C.</a:t>
            </a:r>
          </a:p>
        </p:txBody>
      </p:sp>
      <p:sp>
        <p:nvSpPr>
          <p:cNvPr id="14" name="B">
            <a:extLst>
              <a:ext uri="{FF2B5EF4-FFF2-40B4-BE49-F238E27FC236}">
                <a16:creationId xmlns:a16="http://schemas.microsoft.com/office/drawing/2014/main" id="{21CD75C6-F639-739D-B089-020EF5CBFA3A}"/>
              </a:ext>
            </a:extLst>
          </p:cNvPr>
          <p:cNvSpPr txBox="1"/>
          <p:nvPr userDrawn="1"/>
        </p:nvSpPr>
        <p:spPr>
          <a:xfrm>
            <a:off x="1713038" y="3629064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/>
              <a:t>B.</a:t>
            </a:r>
          </a:p>
        </p:txBody>
      </p:sp>
      <p:sp>
        <p:nvSpPr>
          <p:cNvPr id="12" name="A">
            <a:extLst>
              <a:ext uri="{FF2B5EF4-FFF2-40B4-BE49-F238E27FC236}">
                <a16:creationId xmlns:a16="http://schemas.microsoft.com/office/drawing/2014/main" id="{76DB4DA8-CC10-506C-D27B-9B1CE227D9B0}"/>
              </a:ext>
            </a:extLst>
          </p:cNvPr>
          <p:cNvSpPr txBox="1"/>
          <p:nvPr userDrawn="1"/>
        </p:nvSpPr>
        <p:spPr>
          <a:xfrm>
            <a:off x="1708922" y="2698180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/>
              <a:t>A.</a:t>
            </a:r>
          </a:p>
        </p:txBody>
      </p:sp>
      <p:sp>
        <p:nvSpPr>
          <p:cNvPr id="19" name="Opt_D">
            <a:extLst>
              <a:ext uri="{FF2B5EF4-FFF2-40B4-BE49-F238E27FC236}">
                <a16:creationId xmlns:a16="http://schemas.microsoft.com/office/drawing/2014/main" id="{F320B7DB-043B-B1AC-2976-FCB6609BE2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38682" y="5511422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7" name="Opt_C">
            <a:extLst>
              <a:ext uri="{FF2B5EF4-FFF2-40B4-BE49-F238E27FC236}">
                <a16:creationId xmlns:a16="http://schemas.microsoft.com/office/drawing/2014/main" id="{DF544E43-096D-AD15-9CFA-70A320AE02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4566" y="4568181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5" name="Opt_B">
            <a:extLst>
              <a:ext uri="{FF2B5EF4-FFF2-40B4-BE49-F238E27FC236}">
                <a16:creationId xmlns:a16="http://schemas.microsoft.com/office/drawing/2014/main" id="{0969321A-3DCC-F52F-8C1B-6E04397531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4566" y="3629064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3" name="Opt_A">
            <a:extLst>
              <a:ext uri="{FF2B5EF4-FFF2-40B4-BE49-F238E27FC236}">
                <a16:creationId xmlns:a16="http://schemas.microsoft.com/office/drawing/2014/main" id="{5A890064-C69C-0664-8FC1-9D4423FC9A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30450" y="2698180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21" name="Q">
            <a:extLst>
              <a:ext uri="{FF2B5EF4-FFF2-40B4-BE49-F238E27FC236}">
                <a16:creationId xmlns:a16="http://schemas.microsoft.com/office/drawing/2014/main" id="{8B96215F-FF61-9AD3-5B66-650C7AFE97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66241" y="590549"/>
            <a:ext cx="12408327" cy="143483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dirty="0"/>
            </a:lvl1pPr>
          </a:lstStyle>
          <a:p>
            <a:pPr marL="228600" lvl="0" indent="-228600">
              <a:spcBef>
                <a:spcPts val="0"/>
              </a:spcBef>
            </a:pPr>
            <a:endParaRPr lang="en-US"/>
          </a:p>
        </p:txBody>
      </p:sp>
      <p:sp>
        <p:nvSpPr>
          <p:cNvPr id="22" name="Q_No">
            <a:extLst>
              <a:ext uri="{FF2B5EF4-FFF2-40B4-BE49-F238E27FC236}">
                <a16:creationId xmlns:a16="http://schemas.microsoft.com/office/drawing/2014/main" id="{83212CBA-BF9C-2628-A172-96ACE1220A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62388" y="1197091"/>
            <a:ext cx="1147421" cy="826971"/>
          </a:xfrm>
        </p:spPr>
        <p:txBody>
          <a:bodyPr anchor="ctr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45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_Ans_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>
            <a:extLst>
              <a:ext uri="{FF2B5EF4-FFF2-40B4-BE49-F238E27FC236}">
                <a16:creationId xmlns:a16="http://schemas.microsoft.com/office/drawing/2014/main" id="{2F8347C9-CC7D-0DF8-C02A-47B5723D8572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_Ans">
            <a:extLst>
              <a:ext uri="{FF2B5EF4-FFF2-40B4-BE49-F238E27FC236}">
                <a16:creationId xmlns:a16="http://schemas.microsoft.com/office/drawing/2014/main" id="{06DF12F7-7FC3-A6A0-1F9D-2B31AAB76C62}"/>
              </a:ext>
            </a:extLst>
          </p:cNvPr>
          <p:cNvSpPr txBox="1"/>
          <p:nvPr userDrawn="1"/>
        </p:nvSpPr>
        <p:spPr>
          <a:xfrm>
            <a:off x="670034" y="7369706"/>
            <a:ext cx="29134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correct answer are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" name="Ans_Line_2">
            <a:extLst>
              <a:ext uri="{FF2B5EF4-FFF2-40B4-BE49-F238E27FC236}">
                <a16:creationId xmlns:a16="http://schemas.microsoft.com/office/drawing/2014/main" id="{B75A6E75-5672-578C-B075-BA07AABDEC08}"/>
              </a:ext>
            </a:extLst>
          </p:cNvPr>
          <p:cNvCxnSpPr/>
          <p:nvPr userDrawn="1"/>
        </p:nvCxnSpPr>
        <p:spPr>
          <a:xfrm>
            <a:off x="670034" y="785436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Ans_Line">
            <a:extLst>
              <a:ext uri="{FF2B5EF4-FFF2-40B4-BE49-F238E27FC236}">
                <a16:creationId xmlns:a16="http://schemas.microsoft.com/office/drawing/2014/main" id="{B67B1844-0936-2346-DC2D-072812F8FF82}"/>
              </a:ext>
            </a:extLst>
          </p:cNvPr>
          <p:cNvCxnSpPr/>
          <p:nvPr userDrawn="1"/>
        </p:nvCxnSpPr>
        <p:spPr>
          <a:xfrm>
            <a:off x="649436" y="726535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Ans_text">
            <a:extLst>
              <a:ext uri="{FF2B5EF4-FFF2-40B4-BE49-F238E27FC236}">
                <a16:creationId xmlns:a16="http://schemas.microsoft.com/office/drawing/2014/main" id="{505D6B31-CF67-8AE8-6D6C-1AE10E434F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84605" y="7277661"/>
            <a:ext cx="8601033" cy="5842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rgbClr val="024F9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8" name="Ans_Desc_Text_Box">
            <a:extLst>
              <a:ext uri="{FF2B5EF4-FFF2-40B4-BE49-F238E27FC236}">
                <a16:creationId xmlns:a16="http://schemas.microsoft.com/office/drawing/2014/main" id="{2AA669A4-854E-BC52-A6EB-CEC258CCD1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9925" y="7935913"/>
            <a:ext cx="13095288" cy="100488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4ADF7E3A-81A0-2B00-A3DE-320BBA3EAADC}"/>
              </a:ext>
            </a:extLst>
          </p:cNvPr>
          <p:cNvSpPr/>
          <p:nvPr userDrawn="1"/>
        </p:nvSpPr>
        <p:spPr>
          <a:xfrm>
            <a:off x="1281113" y="590549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KT_Text">
            <a:extLst>
              <a:ext uri="{FF2B5EF4-FFF2-40B4-BE49-F238E27FC236}">
                <a16:creationId xmlns:a16="http://schemas.microsoft.com/office/drawing/2014/main" id="{65E260BD-9AEB-3002-A10D-0ED784F237CC}"/>
              </a:ext>
            </a:extLst>
          </p:cNvPr>
          <p:cNvSpPr txBox="1"/>
          <p:nvPr userDrawn="1"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Rec_Box">
            <a:extLst>
              <a:ext uri="{FF2B5EF4-FFF2-40B4-BE49-F238E27FC236}">
                <a16:creationId xmlns:a16="http://schemas.microsoft.com/office/drawing/2014/main" id="{667E1C0D-1A8F-3FEE-62D2-1CF59B597F36}"/>
              </a:ext>
            </a:extLst>
          </p:cNvPr>
          <p:cNvSpPr/>
          <p:nvPr userDrawn="1"/>
        </p:nvSpPr>
        <p:spPr>
          <a:xfrm>
            <a:off x="1275907" y="578759"/>
            <a:ext cx="14093455" cy="1446622"/>
          </a:xfrm>
          <a:prstGeom prst="rect">
            <a:avLst/>
          </a:prstGeom>
          <a:noFill/>
          <a:ln w="12700">
            <a:solidFill>
              <a:srgbClr val="3D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">
            <a:extLst>
              <a:ext uri="{FF2B5EF4-FFF2-40B4-BE49-F238E27FC236}">
                <a16:creationId xmlns:a16="http://schemas.microsoft.com/office/drawing/2014/main" id="{A40B7AF7-3696-C4FB-D945-5436FC8398CE}"/>
              </a:ext>
            </a:extLst>
          </p:cNvPr>
          <p:cNvSpPr txBox="1"/>
          <p:nvPr userDrawn="1"/>
        </p:nvSpPr>
        <p:spPr>
          <a:xfrm>
            <a:off x="1708922" y="2698180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/>
              <a:t>A.</a:t>
            </a:r>
          </a:p>
        </p:txBody>
      </p:sp>
      <p:sp>
        <p:nvSpPr>
          <p:cNvPr id="13" name="Opt_A">
            <a:extLst>
              <a:ext uri="{FF2B5EF4-FFF2-40B4-BE49-F238E27FC236}">
                <a16:creationId xmlns:a16="http://schemas.microsoft.com/office/drawing/2014/main" id="{1494EC36-DEF5-5104-F8EA-E3D4B2BBD8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30450" y="2698180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4" name="B">
            <a:extLst>
              <a:ext uri="{FF2B5EF4-FFF2-40B4-BE49-F238E27FC236}">
                <a16:creationId xmlns:a16="http://schemas.microsoft.com/office/drawing/2014/main" id="{9AFF282F-7CD2-660E-F6FB-6A6841171D6F}"/>
              </a:ext>
            </a:extLst>
          </p:cNvPr>
          <p:cNvSpPr txBox="1"/>
          <p:nvPr userDrawn="1"/>
        </p:nvSpPr>
        <p:spPr>
          <a:xfrm>
            <a:off x="1713038" y="3629064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/>
              <a:t>B.</a:t>
            </a:r>
          </a:p>
        </p:txBody>
      </p:sp>
      <p:sp>
        <p:nvSpPr>
          <p:cNvPr id="15" name="Opt_B">
            <a:extLst>
              <a:ext uri="{FF2B5EF4-FFF2-40B4-BE49-F238E27FC236}">
                <a16:creationId xmlns:a16="http://schemas.microsoft.com/office/drawing/2014/main" id="{01ADAF17-D7DF-669F-96A4-A5A66652F7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4566" y="3629064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6" name="C">
            <a:extLst>
              <a:ext uri="{FF2B5EF4-FFF2-40B4-BE49-F238E27FC236}">
                <a16:creationId xmlns:a16="http://schemas.microsoft.com/office/drawing/2014/main" id="{E0054334-AE0D-D3F5-C186-9EAB001CEBAA}"/>
              </a:ext>
            </a:extLst>
          </p:cNvPr>
          <p:cNvSpPr txBox="1"/>
          <p:nvPr userDrawn="1"/>
        </p:nvSpPr>
        <p:spPr>
          <a:xfrm>
            <a:off x="1713038" y="4568181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/>
              <a:t>C.</a:t>
            </a:r>
          </a:p>
        </p:txBody>
      </p:sp>
      <p:sp>
        <p:nvSpPr>
          <p:cNvPr id="17" name="Opt_C">
            <a:extLst>
              <a:ext uri="{FF2B5EF4-FFF2-40B4-BE49-F238E27FC236}">
                <a16:creationId xmlns:a16="http://schemas.microsoft.com/office/drawing/2014/main" id="{98DDCBFB-B945-8ADF-F3B2-02F8E9E10B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4566" y="4568181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8" name="D">
            <a:extLst>
              <a:ext uri="{FF2B5EF4-FFF2-40B4-BE49-F238E27FC236}">
                <a16:creationId xmlns:a16="http://schemas.microsoft.com/office/drawing/2014/main" id="{A5C29CAE-D65C-162C-E28E-5C00B6BF49E6}"/>
              </a:ext>
            </a:extLst>
          </p:cNvPr>
          <p:cNvSpPr txBox="1"/>
          <p:nvPr userDrawn="1"/>
        </p:nvSpPr>
        <p:spPr>
          <a:xfrm>
            <a:off x="1717154" y="5511422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/>
              <a:t>D.</a:t>
            </a:r>
          </a:p>
        </p:txBody>
      </p:sp>
      <p:sp>
        <p:nvSpPr>
          <p:cNvPr id="19" name="Opt_D">
            <a:extLst>
              <a:ext uri="{FF2B5EF4-FFF2-40B4-BE49-F238E27FC236}">
                <a16:creationId xmlns:a16="http://schemas.microsoft.com/office/drawing/2014/main" id="{787DB315-5654-6FF4-4775-BE435BA1CC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38682" y="5511422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20" name="Q">
            <a:extLst>
              <a:ext uri="{FF2B5EF4-FFF2-40B4-BE49-F238E27FC236}">
                <a16:creationId xmlns:a16="http://schemas.microsoft.com/office/drawing/2014/main" id="{CEA2BD72-C1DD-4B25-C5E5-D6139517C0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7015" y="595430"/>
            <a:ext cx="12401573" cy="1430338"/>
          </a:xfrm>
        </p:spPr>
        <p:txBody>
          <a:bodyPr anchor="ctr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21" name="Q_No">
            <a:extLst>
              <a:ext uri="{FF2B5EF4-FFF2-40B4-BE49-F238E27FC236}">
                <a16:creationId xmlns:a16="http://schemas.microsoft.com/office/drawing/2014/main" id="{86A71EFA-BAFE-C034-9302-230D1B15A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62390" y="1193800"/>
            <a:ext cx="1135063" cy="830263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06155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Takeaways" preserve="1" userDrawn="1">
  <p:cSld name="Key Takeaways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3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7;p27">
            <a:extLst>
              <a:ext uri="{FF2B5EF4-FFF2-40B4-BE49-F238E27FC236}">
                <a16:creationId xmlns:a16="http://schemas.microsoft.com/office/drawing/2014/main" id="{DFADBA2E-0E91-C8B8-3A16-37E16A8024BC}"/>
              </a:ext>
            </a:extLst>
          </p:cNvPr>
          <p:cNvSpPr/>
          <p:nvPr userDrawn="1"/>
        </p:nvSpPr>
        <p:spPr>
          <a:xfrm>
            <a:off x="2747395" y="274390"/>
            <a:ext cx="4819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Key Takeaways</a:t>
            </a: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Brandline_LVC">
            <a:extLst>
              <a:ext uri="{FF2B5EF4-FFF2-40B4-BE49-F238E27FC236}">
                <a16:creationId xmlns:a16="http://schemas.microsoft.com/office/drawing/2014/main" id="{F274DB65-9471-8FF1-5F67-3A8B02FBF3BD}"/>
              </a:ext>
            </a:extLst>
          </p:cNvPr>
          <p:cNvSpPr/>
          <p:nvPr userDrawn="1"/>
        </p:nvSpPr>
        <p:spPr>
          <a:xfrm>
            <a:off x="3468553" y="837660"/>
            <a:ext cx="3377485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96AF3B2F-06F8-C0B9-F594-763BF82CAE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2875" y="1967907"/>
            <a:ext cx="9036000" cy="10116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GB" dirty="0"/>
            </a:lvl1pPr>
          </a:lstStyle>
          <a:p>
            <a:pPr marL="228600" lvl="0" indent="-228600">
              <a:spcBef>
                <a:spcPts val="0"/>
              </a:spcBef>
            </a:pPr>
            <a:r>
              <a:rPr lang="en-GB"/>
              <a:t>Click to add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7B16BD-1678-AAEB-705C-ACC6F4E638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32356" y="2755555"/>
            <a:ext cx="9036000" cy="1011600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DA0B994-BAF5-3871-1AE2-2955090941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31837" y="3567917"/>
            <a:ext cx="9036000" cy="1011600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153C8D8-C81D-C688-AD6D-054C831ED8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32873" y="4392637"/>
            <a:ext cx="9034445" cy="1010072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/>
              <a:t>Click to add text</a:t>
            </a:r>
          </a:p>
        </p:txBody>
      </p:sp>
      <p:grpSp>
        <p:nvGrpSpPr>
          <p:cNvPr id="23" name="Group 22" hidden="1">
            <a:extLst>
              <a:ext uri="{FF2B5EF4-FFF2-40B4-BE49-F238E27FC236}">
                <a16:creationId xmlns:a16="http://schemas.microsoft.com/office/drawing/2014/main" id="{7D3CB7FC-1EE6-F753-459E-16D565CC72D5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39953" y="642551"/>
            <a:ext cx="4011669" cy="4670397"/>
            <a:chOff x="1239953" y="642551"/>
            <a:chExt cx="4011669" cy="467039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38B2B5-F7D2-93C4-4B9B-2A8705CFBB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967652" y="642551"/>
              <a:ext cx="2283970" cy="14951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C60516D-1A86-E05D-CDB5-234F5B1904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39953" y="2290530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049D24-171C-A4CE-5C84-362BCAE9D2E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32872" y="3094469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EB4E1D9-0180-437B-334A-07F7823362C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32872" y="3903123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0CFBF9F-0A86-F779-0E1B-EE62890972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32872" y="4718948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85036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isted Prac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45;p35">
            <a:extLst>
              <a:ext uri="{FF2B5EF4-FFF2-40B4-BE49-F238E27FC236}">
                <a16:creationId xmlns:a16="http://schemas.microsoft.com/office/drawing/2014/main" id="{3DE6C980-51B8-EAB6-D92E-2C853D6EBC40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13;p27">
            <a:extLst>
              <a:ext uri="{FF2B5EF4-FFF2-40B4-BE49-F238E27FC236}">
                <a16:creationId xmlns:a16="http://schemas.microsoft.com/office/drawing/2014/main" id="{734849E0-7011-DCAE-0132-1322B2CB68DB}"/>
              </a:ext>
            </a:extLst>
          </p:cNvPr>
          <p:cNvPicPr preferRelativeResize="0"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49;p35">
            <a:extLst>
              <a:ext uri="{FF2B5EF4-FFF2-40B4-BE49-F238E27FC236}">
                <a16:creationId xmlns:a16="http://schemas.microsoft.com/office/drawing/2014/main" id="{7948A9B8-596D-80F3-DBBD-D7EDD89ABE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626" y="436395"/>
            <a:ext cx="9696532" cy="6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6E140C6-C70A-C947-7711-0BA4214D3E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1857" y="2854366"/>
            <a:ext cx="13696999" cy="53895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5683BC-C8F7-FCBC-E768-137F5B5152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1857" y="1795807"/>
            <a:ext cx="13696999" cy="81450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20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assisted Practice" preserve="1" userDrawn="1">
  <p:cSld name="Unassisted Practice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5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5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 txBox="1">
            <a:spLocks noGrp="1"/>
          </p:cNvSpPr>
          <p:nvPr>
            <p:ph type="title"/>
          </p:nvPr>
        </p:nvSpPr>
        <p:spPr>
          <a:xfrm>
            <a:off x="1297626" y="436395"/>
            <a:ext cx="9696532" cy="6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DC99CB9-B9F0-7414-1AF5-045EF855FD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1857" y="2854366"/>
            <a:ext cx="13696999" cy="53895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CF61395D-ECD0-5341-1B2E-8C1937098D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1857" y="1795807"/>
            <a:ext cx="13696999" cy="81450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355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for_Pract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3;p29">
            <a:extLst>
              <a:ext uri="{FF2B5EF4-FFF2-40B4-BE49-F238E27FC236}">
                <a16:creationId xmlns:a16="http://schemas.microsoft.com/office/drawing/2014/main" id="{D1405CDE-CE1A-9CEE-B0C9-004F72CAF344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1291857" y="1788696"/>
            <a:ext cx="13696999" cy="8216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659D141-D5AB-CB0E-32C4-D683A6B3D7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5825" y="2872126"/>
            <a:ext cx="13697000" cy="5406695"/>
          </a:xfrm>
        </p:spPr>
        <p:txBody>
          <a:bodyPr/>
          <a:lstStyle>
            <a:lvl1pPr marL="0" indent="0">
              <a:buNone/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41251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-End Project" preserve="1" userDrawn="1">
  <p:cSld name="Section-End Projec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53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2;p29">
            <a:extLst>
              <a:ext uri="{FF2B5EF4-FFF2-40B4-BE49-F238E27FC236}">
                <a16:creationId xmlns:a16="http://schemas.microsoft.com/office/drawing/2014/main" id="{C8B862E1-9541-C73F-B4E1-7205F5F0B5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A35605C-2EDD-0BD1-F3BC-5BCA7F763A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734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sson-end Project" preserve="1" userDrawn="1">
  <p:cSld name="Lesson-end Project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6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;p29">
            <a:extLst>
              <a:ext uri="{FF2B5EF4-FFF2-40B4-BE49-F238E27FC236}">
                <a16:creationId xmlns:a16="http://schemas.microsoft.com/office/drawing/2014/main" id="{3E86479C-5EE1-09E2-3000-A2B690B93C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12C144F-B154-93C1-CFA0-EFC58EC80E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080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ase-End Project" preserve="1" userDrawn="1">
  <p:cSld name="Phase-End Projec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52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;p29">
            <a:extLst>
              <a:ext uri="{FF2B5EF4-FFF2-40B4-BE49-F238E27FC236}">
                <a16:creationId xmlns:a16="http://schemas.microsoft.com/office/drawing/2014/main" id="{A829CD2D-82CE-C005-D724-CC0A723196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809861E1-DB64-D3D1-CB74-AB30BEF481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437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for_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5D05C5A-9735-BDF2-45FB-ECA0E61F3F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34890" y="1377162"/>
            <a:ext cx="10314607" cy="6815160"/>
          </a:xfrm>
        </p:spPr>
        <p:txBody>
          <a:bodyPr/>
          <a:lstStyle>
            <a:lvl1pPr marL="0" indent="0">
              <a:buNone/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012447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69;p16">
            <a:extLst>
              <a:ext uri="{FF2B5EF4-FFF2-40B4-BE49-F238E27FC236}">
                <a16:creationId xmlns:a16="http://schemas.microsoft.com/office/drawing/2014/main" id="{136CAA0F-DD7B-0995-4200-59792701A9ED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FAA6052-B67C-D403-9614-DC0C0FDBAAB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lang="en-US" sz="2800" b="1" dirty="0">
                <a:solidFill>
                  <a:srgbClr val="40404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457200" lvl="0" indent="-457200" algn="ctr"/>
            <a:r>
              <a:rPr lang="en-US"/>
              <a:t>Topic Name</a:t>
            </a:r>
          </a:p>
        </p:txBody>
      </p:sp>
      <p:pic>
        <p:nvPicPr>
          <p:cNvPr id="4" name="Picture 3" descr="A picture containing child art, table, illustration, design&#10;&#10;Description automatically generated">
            <a:extLst>
              <a:ext uri="{FF2B5EF4-FFF2-40B4-BE49-F238E27FC236}">
                <a16:creationId xmlns:a16="http://schemas.microsoft.com/office/drawing/2014/main" id="{46A1F55C-8226-40C3-1D94-8C75609932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176" y="2171113"/>
            <a:ext cx="4823955" cy="455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186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ussion" preserve="1" userDrawn="1">
  <p:cSld name="Discussion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AA18AE-0804-BDBB-3D58-9BEC7C3955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303264" y="2051538"/>
            <a:ext cx="4661781" cy="479473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38432-77B6-A0DB-E9D4-05C1ED62A6F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lang="en-US" sz="2800" b="1" dirty="0">
                <a:solidFill>
                  <a:srgbClr val="40404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457200" lvl="0" indent="-457200" algn="ctr"/>
            <a:r>
              <a:rPr lang="en-US"/>
              <a:t>Topic Name</a:t>
            </a:r>
          </a:p>
        </p:txBody>
      </p:sp>
    </p:spTree>
    <p:extLst>
      <p:ext uri="{BB962C8B-B14F-4D97-AF65-F5344CB8AC3E}">
        <p14:creationId xmlns:p14="http://schemas.microsoft.com/office/powerpoint/2010/main" val="1456677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ussion-Content" preserve="1" userDrawn="1">
  <p:cSld name="Discussion-Conten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7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9" name="Google Shape;18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450" y="2249238"/>
            <a:ext cx="4290990" cy="44133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190EDBE-42C7-8577-2262-B01D520296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4960" y="1761785"/>
            <a:ext cx="10346786" cy="62601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892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le-Play Activi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69;p16">
            <a:extLst>
              <a:ext uri="{FF2B5EF4-FFF2-40B4-BE49-F238E27FC236}">
                <a16:creationId xmlns:a16="http://schemas.microsoft.com/office/drawing/2014/main" id="{2444B81E-A7F2-DD03-1F7C-99ED49FAF882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C918EE9-73C7-114C-7405-846E29EB7AE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2800" b="1" dirty="0">
                <a:solidFill>
                  <a:srgbClr val="40404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/>
            <a:r>
              <a:rPr lang="en-US"/>
              <a:t>Topic Name</a:t>
            </a:r>
          </a:p>
        </p:txBody>
      </p:sp>
      <p:pic>
        <p:nvPicPr>
          <p:cNvPr id="9" name="Picture 8" descr="A group of people reading books&#10;&#10;Description automatically generated with low confidence">
            <a:extLst>
              <a:ext uri="{FF2B5EF4-FFF2-40B4-BE49-F238E27FC236}">
                <a16:creationId xmlns:a16="http://schemas.microsoft.com/office/drawing/2014/main" id="{F1D10771-AD41-E153-2D96-91B7FA5508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129" y="2323120"/>
            <a:ext cx="5664389" cy="449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984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urse-end Project" preserve="1" userDrawn="1">
  <p:cSld name="Course-end Projec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7"/>
          <p:cNvPicPr preferRelativeResize="0"/>
          <p:nvPr/>
        </p:nvPicPr>
        <p:blipFill>
          <a:blip r:embed="rId2"/>
          <a:srcRect/>
          <a:stretch/>
        </p:blipFill>
        <p:spPr>
          <a:xfrm>
            <a:off x="2" y="0"/>
            <a:ext cx="16255996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77;p17">
            <a:extLst>
              <a:ext uri="{FF2B5EF4-FFF2-40B4-BE49-F238E27FC236}">
                <a16:creationId xmlns:a16="http://schemas.microsoft.com/office/drawing/2014/main" id="{662DC3C5-12CB-1B7D-A0D6-88DA0A6525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F575C20-C035-6B61-875E-DFDF9C3950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45052" y="1364776"/>
            <a:ext cx="10303962" cy="682388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8878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efore the Next Class" preserve="1" userDrawn="1">
  <p:cSld name="Before the Next Class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40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0"/>
          <p:cNvSpPr/>
          <p:nvPr userDrawn="1"/>
        </p:nvSpPr>
        <p:spPr>
          <a:xfrm>
            <a:off x="2464058" y="762715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lvl="0" indent="0" algn="ctr">
              <a:buSzPts val="2800"/>
              <a:buNone/>
            </a:pPr>
            <a:r>
              <a:rPr lang="en-US" sz="2800" b="1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Before the Next Class</a:t>
            </a:r>
            <a:endParaRPr sz="2800" b="1">
              <a:solidFill>
                <a:srgbClr val="404040"/>
              </a:solidFill>
              <a:latin typeface="Open Sans"/>
              <a:ea typeface="Open Sans"/>
              <a:cs typeface="Open Sans"/>
              <a:sym typeface="Arial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A8AA2E1-D889-F5D4-9C7E-C1EBB43245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5084" y="1364776"/>
            <a:ext cx="8439490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3711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at Next?" preserve="1" userDrawn="1">
  <p:cSld name="What Next?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41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41"/>
          <p:cNvSpPr/>
          <p:nvPr/>
        </p:nvSpPr>
        <p:spPr>
          <a:xfrm>
            <a:off x="2464058" y="762715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lvl="0" indent="0" algn="ctr">
              <a:buSzPts val="2800"/>
              <a:buNone/>
            </a:pPr>
            <a:r>
              <a:rPr lang="en-US" sz="2800" b="1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What’s Next?</a:t>
            </a:r>
            <a:endParaRPr sz="2800" b="1">
              <a:solidFill>
                <a:srgbClr val="404040"/>
              </a:solidFill>
              <a:latin typeface="Open Sans"/>
              <a:ea typeface="Open Sans"/>
              <a:cs typeface="Open Sans"/>
              <a:sym typeface="Arial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57DB387E-1A29-1EE9-8E02-0C57BA6B68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084" y="1364776"/>
            <a:ext cx="8439490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5630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_for_whatnext_nextcla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FEACA45-46CE-3149-F1F8-368C0B35FE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0649" y="1377162"/>
            <a:ext cx="8439490" cy="6815160"/>
          </a:xfrm>
        </p:spPr>
        <p:txBody>
          <a:bodyPr/>
          <a:lstStyle>
            <a:lvl1pPr marL="0" indent="0">
              <a:buNone/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32794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B8547DCB-0B93-88B9-E345-AFD101D6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7363"/>
            <a:ext cx="14020800" cy="1766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</a:pP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140D4C3-76A5-7AB4-F1FA-F4CE290D1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3638"/>
            <a:ext cx="14020800" cy="580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>
              <a:lnSpc>
                <a:spcPct val="114000"/>
              </a:lnSpc>
              <a:buNone/>
            </a:pPr>
            <a:r>
              <a:rPr lang="en-GB"/>
              <a:t>Click to edit Master text styles</a:t>
            </a:r>
          </a:p>
          <a:p>
            <a:pPr lvl="1">
              <a:lnSpc>
                <a:spcPct val="114000"/>
              </a:lnSpc>
              <a:spcBef>
                <a:spcPts val="1000"/>
              </a:spcBef>
            </a:pPr>
            <a:r>
              <a:rPr lang="en-GB"/>
              <a:t>Second level</a:t>
            </a:r>
          </a:p>
          <a:p>
            <a:pPr lvl="2">
              <a:lnSpc>
                <a:spcPct val="114000"/>
              </a:lnSpc>
              <a:spcBef>
                <a:spcPts val="100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GB"/>
              <a:t>Third level</a:t>
            </a:r>
          </a:p>
        </p:txBody>
      </p:sp>
      <p:pic>
        <p:nvPicPr>
          <p:cNvPr id="3" name="Picture 2" descr="A picture containing black, darkness&#10;&#10;Description automatically generated" hidden="1">
            <a:extLst>
              <a:ext uri="{FF2B5EF4-FFF2-40B4-BE49-F238E27FC236}">
                <a16:creationId xmlns:a16="http://schemas.microsoft.com/office/drawing/2014/main" id="{D0996812-ACEF-2708-D65E-97AE86E32B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93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706" r:id="rId13"/>
    <p:sldLayoutId id="2147483707" r:id="rId14"/>
    <p:sldLayoutId id="2147483708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</p:sldLayoutIdLst>
  <p:txStyles>
    <p:titleStyle>
      <a:lvl1pPr algn="l" defTabSz="914400" rtl="0" eaLnBrk="1" latinLnBrk="0" hangingPunct="1">
        <a:lnSpc>
          <a:spcPct val="114000"/>
        </a:lnSpc>
        <a:spcBef>
          <a:spcPct val="0"/>
        </a:spcBef>
        <a:buNone/>
        <a:defRPr lang="en-US" sz="2200" kern="1200" dirty="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Font typeface="Arial" panose="020B0604020202020204" pitchFamily="34" charset="0"/>
        <a:buChar char="•"/>
        <a:defRPr lang="en-GB" sz="2200" kern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lang="en-GB" sz="2200" kern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lang="en-GB" sz="2200" kern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6" userDrawn="1">
          <p15:clr>
            <a:srgbClr val="5ACBF0"/>
          </p15:clr>
        </p15:guide>
        <p15:guide id="2" pos="5120" userDrawn="1">
          <p15:clr>
            <a:srgbClr val="000000"/>
          </p15:clr>
        </p15:guide>
        <p15:guide id="3" orient="horz" pos="2880" userDrawn="1">
          <p15:clr>
            <a:srgbClr val="000000"/>
          </p15:clr>
        </p15:guide>
        <p15:guide id="4" orient="horz" pos="5184" userDrawn="1">
          <p15:clr>
            <a:srgbClr val="5ACBF0"/>
          </p15:clr>
        </p15:guide>
        <p15:guide id="5" pos="1016" userDrawn="1">
          <p15:clr>
            <a:srgbClr val="5ACBF0"/>
          </p15:clr>
        </p15:guide>
        <p15:guide id="6" pos="512" userDrawn="1">
          <p15:clr>
            <a:srgbClr val="F26B43"/>
          </p15:clr>
        </p15:guide>
        <p15:guide id="7" pos="9224" userDrawn="1">
          <p15:clr>
            <a:srgbClr val="5ACBF0"/>
          </p15:clr>
        </p15:guide>
        <p15:guide id="8" pos="9728" userDrawn="1">
          <p15:clr>
            <a:srgbClr val="F26B43"/>
          </p15:clr>
        </p15:guide>
        <p15:guide id="9" orient="horz" pos="288" userDrawn="1">
          <p15:clr>
            <a:srgbClr val="F26B43"/>
          </p15:clr>
        </p15:guide>
        <p15:guide id="10" orient="horz" pos="5472" userDrawn="1">
          <p15:clr>
            <a:srgbClr val="F26B43"/>
          </p15:clr>
        </p15:guide>
        <p15:guide id="11" pos="8576" userDrawn="1">
          <p15:clr>
            <a:srgbClr val="5ACBF0"/>
          </p15:clr>
        </p15:guide>
        <p15:guide id="12" pos="8192" userDrawn="1">
          <p15:clr>
            <a:srgbClr val="5ACBF0"/>
          </p15:clr>
        </p15:guide>
        <p15:guide id="13" pos="1664" userDrawn="1">
          <p15:clr>
            <a:srgbClr val="5ACBF0"/>
          </p15:clr>
        </p15:guide>
        <p15:guide id="14" pos="2048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C9B569-2904-60E0-7B77-6A3DDF7C65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Statistics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8FF84-49A0-984D-3D8A-A1797ABF33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Hypothesis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CC9EE-927D-CC2D-1A96-94066F9DCA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Parameter estimate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9A7362-CC6B-C341-1B41-BEA379C23C1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Test Statistics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C73607E-1485-53B7-6398-D256231225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67015" y="591459"/>
            <a:ext cx="12401573" cy="1447009"/>
          </a:xfrm>
        </p:spPr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statement made about a population for a testing purpose is called:</a:t>
            </a:r>
          </a:p>
        </p:txBody>
      </p:sp>
      <p:sp>
        <p:nvSpPr>
          <p:cNvPr id="8" name="Google Shape;198;p8">
            <a:extLst>
              <a:ext uri="{FF2B5EF4-FFF2-40B4-BE49-F238E27FC236}">
                <a16:creationId xmlns:a16="http://schemas.microsoft.com/office/drawing/2014/main" id="{8C2D7744-A9CD-98F5-EF75-E05B51CEC560}"/>
              </a:ext>
            </a:extLst>
          </p:cNvPr>
          <p:cNvSpPr txBox="1">
            <a:spLocks/>
          </p:cNvSpPr>
          <p:nvPr/>
        </p:nvSpPr>
        <p:spPr>
          <a:xfrm>
            <a:off x="1280469" y="1281797"/>
            <a:ext cx="1698904" cy="674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SzPts val="2800"/>
              <a:buFont typeface="Arial"/>
              <a:buNone/>
            </a:pPr>
            <a:r>
              <a:rPr lang="en-IN" b="1">
                <a:solidFill>
                  <a:schemeClr val="bg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64804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CF4B0B-AB4B-87F6-232F-6E2C936BCF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/>
              <a:t>B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E3629-3E45-B218-DA87-C5B6898777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 A hypothesis in statistics is a proposed explanation or assumption about a population parameter made to test through statistical analysis.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7F78FC-DD13-4490-61CB-FBFA30B6DF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statement made about a population for a testing purpose is called:</a:t>
            </a:r>
          </a:p>
        </p:txBody>
      </p:sp>
      <p:sp>
        <p:nvSpPr>
          <p:cNvPr id="10" name="Google Shape;198;p8">
            <a:extLst>
              <a:ext uri="{FF2B5EF4-FFF2-40B4-BE49-F238E27FC236}">
                <a16:creationId xmlns:a16="http://schemas.microsoft.com/office/drawing/2014/main" id="{400CF7B5-8294-F9A5-475B-BABC7AAEEA6F}"/>
              </a:ext>
            </a:extLst>
          </p:cNvPr>
          <p:cNvSpPr txBox="1">
            <a:spLocks/>
          </p:cNvSpPr>
          <p:nvPr/>
        </p:nvSpPr>
        <p:spPr>
          <a:xfrm>
            <a:off x="1280469" y="1281797"/>
            <a:ext cx="1698904" cy="674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SzPts val="2800"/>
              <a:buFont typeface="Arial"/>
              <a:buNone/>
            </a:pPr>
            <a:r>
              <a:rPr lang="en-IN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D964179B-C7FA-B81B-1905-23E34E1F8872}"/>
              </a:ext>
            </a:extLst>
          </p:cNvPr>
          <p:cNvSpPr txBox="1">
            <a:spLocks/>
          </p:cNvSpPr>
          <p:nvPr/>
        </p:nvSpPr>
        <p:spPr>
          <a:xfrm>
            <a:off x="2330450" y="2698180"/>
            <a:ext cx="11250613" cy="836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Statistics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21F0956-1380-61A2-768D-ED3F32C97366}"/>
              </a:ext>
            </a:extLst>
          </p:cNvPr>
          <p:cNvSpPr txBox="1">
            <a:spLocks/>
          </p:cNvSpPr>
          <p:nvPr/>
        </p:nvSpPr>
        <p:spPr>
          <a:xfrm>
            <a:off x="2334566" y="3629064"/>
            <a:ext cx="11250613" cy="836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Hypothesis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2FAB5CE-BC07-3E71-86D5-BD4B7A84B9C5}"/>
              </a:ext>
            </a:extLst>
          </p:cNvPr>
          <p:cNvSpPr txBox="1">
            <a:spLocks/>
          </p:cNvSpPr>
          <p:nvPr/>
        </p:nvSpPr>
        <p:spPr>
          <a:xfrm>
            <a:off x="2334566" y="4568181"/>
            <a:ext cx="11250613" cy="836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Parameter estimate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73B813C-C7C3-43EA-A544-86C3837144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38682" y="5511422"/>
            <a:ext cx="11250613" cy="836613"/>
          </a:xfrm>
        </p:spPr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Test Statistics</a:t>
            </a:r>
          </a:p>
        </p:txBody>
      </p:sp>
    </p:spTree>
    <p:extLst>
      <p:ext uri="{BB962C8B-B14F-4D97-AF65-F5344CB8AC3E}">
        <p14:creationId xmlns:p14="http://schemas.microsoft.com/office/powerpoint/2010/main" val="2787622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DD7E9B-9606-AD7E-F16D-3533AD2108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Acceptance of the null hypothesis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44BD6-899F-F820-E40B-372B264507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Rejection of null hypothesis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F4FEB-18AB-D5AB-A767-9E9778DB0C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Depends upon whether the test is one- or two-sided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EEDB8A-596E-D221-3366-1D7E16E270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Depends on the sample size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7FDFFCA-1F15-1383-EA51-8F9420F6B0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67015" y="591459"/>
            <a:ext cx="12401573" cy="1447009"/>
          </a:xfrm>
        </p:spPr>
        <p:txBody>
          <a:bodyPr/>
          <a:lstStyle/>
          <a:p>
            <a:r>
              <a:rPr lang="en-US"/>
              <a:t>What does critical region lead to?</a:t>
            </a:r>
          </a:p>
        </p:txBody>
      </p:sp>
      <p:sp>
        <p:nvSpPr>
          <p:cNvPr id="8" name="Google Shape;198;p8">
            <a:extLst>
              <a:ext uri="{FF2B5EF4-FFF2-40B4-BE49-F238E27FC236}">
                <a16:creationId xmlns:a16="http://schemas.microsoft.com/office/drawing/2014/main" id="{F691877A-C4A9-C4CC-E915-5608F7C1E79D}"/>
              </a:ext>
            </a:extLst>
          </p:cNvPr>
          <p:cNvSpPr txBox="1">
            <a:spLocks/>
          </p:cNvSpPr>
          <p:nvPr/>
        </p:nvSpPr>
        <p:spPr>
          <a:xfrm>
            <a:off x="1280469" y="1281797"/>
            <a:ext cx="1698904" cy="674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SzPts val="2800"/>
              <a:buFont typeface="Arial"/>
              <a:buNone/>
            </a:pPr>
            <a:r>
              <a:rPr lang="en-IN" b="1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11865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FDCA95-C309-0D11-721E-C8CD37DEABC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/>
              <a:t>B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81E4B-EA70-7299-CF63-E51D930B711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The critical region leads to the rejection of the null hypothesis.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77587E2-D2AD-C59B-C143-7249D48C83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What does critical region lead to?</a:t>
            </a:r>
          </a:p>
        </p:txBody>
      </p:sp>
      <p:sp>
        <p:nvSpPr>
          <p:cNvPr id="10" name="Google Shape;198;p8">
            <a:extLst>
              <a:ext uri="{FF2B5EF4-FFF2-40B4-BE49-F238E27FC236}">
                <a16:creationId xmlns:a16="http://schemas.microsoft.com/office/drawing/2014/main" id="{99EB1AF6-1ED3-019D-C622-668D0652B5DC}"/>
              </a:ext>
            </a:extLst>
          </p:cNvPr>
          <p:cNvSpPr txBox="1">
            <a:spLocks/>
          </p:cNvSpPr>
          <p:nvPr/>
        </p:nvSpPr>
        <p:spPr>
          <a:xfrm>
            <a:off x="1280469" y="1281797"/>
            <a:ext cx="1698904" cy="674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SzPts val="2800"/>
              <a:buFont typeface="Arial"/>
              <a:buNone/>
            </a:pPr>
            <a:r>
              <a:rPr lang="en-IN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4B7D275-4DA1-CDCE-816B-5FE1522120EB}"/>
              </a:ext>
            </a:extLst>
          </p:cNvPr>
          <p:cNvSpPr txBox="1">
            <a:spLocks/>
          </p:cNvSpPr>
          <p:nvPr/>
        </p:nvSpPr>
        <p:spPr>
          <a:xfrm>
            <a:off x="2330450" y="2698180"/>
            <a:ext cx="11250613" cy="836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Acceptance of the null hypothesis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19176DA-D974-F09E-E7A7-B7E4FC849FE2}"/>
              </a:ext>
            </a:extLst>
          </p:cNvPr>
          <p:cNvSpPr txBox="1">
            <a:spLocks/>
          </p:cNvSpPr>
          <p:nvPr/>
        </p:nvSpPr>
        <p:spPr>
          <a:xfrm>
            <a:off x="2334566" y="3629064"/>
            <a:ext cx="11250613" cy="836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Rejection of null hypothesis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F73B939-A185-F430-97C3-A22D21AB2A3C}"/>
              </a:ext>
            </a:extLst>
          </p:cNvPr>
          <p:cNvSpPr txBox="1">
            <a:spLocks/>
          </p:cNvSpPr>
          <p:nvPr/>
        </p:nvSpPr>
        <p:spPr>
          <a:xfrm>
            <a:off x="2334566" y="4568181"/>
            <a:ext cx="11250613" cy="836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Depends upon whether the test is one- or two-sided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6B6EC32-0DBB-F882-40EE-C7196F3F0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38682" y="5511422"/>
            <a:ext cx="11250613" cy="836613"/>
          </a:xfrm>
        </p:spPr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Depends on the sample size</a:t>
            </a:r>
          </a:p>
        </p:txBody>
      </p:sp>
    </p:spTree>
    <p:extLst>
      <p:ext uri="{BB962C8B-B14F-4D97-AF65-F5344CB8AC3E}">
        <p14:creationId xmlns:p14="http://schemas.microsoft.com/office/powerpoint/2010/main" val="637097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C8778A-269E-993C-1A8C-F0567CC4D5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Accepting a true null hypothesis</a:t>
            </a:r>
          </a:p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767C2-2ECB-7BB9-69E3-D0BCA595BE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Rejecting a false null hypothesis</a:t>
            </a:r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02B40-9FE9-7AD2-49A1-8999BD4710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Rejecting a true null hypothesis</a:t>
            </a:r>
          </a:p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ADFE6-DFD3-A7A4-5648-31629F6574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Accepting a false null hypothesis</a:t>
            </a:r>
          </a:p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9AB408-0CFC-83B1-4AF0-9264B672A1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67015" y="591459"/>
            <a:ext cx="12401573" cy="1447009"/>
          </a:xfrm>
        </p:spPr>
        <p:txBody>
          <a:bodyPr/>
          <a:lstStyle/>
          <a:p>
            <a:r>
              <a:rPr lang="en-US"/>
              <a:t>In the context of hypothesis testing, what does a Type I error represent?</a:t>
            </a:r>
          </a:p>
        </p:txBody>
      </p:sp>
      <p:sp>
        <p:nvSpPr>
          <p:cNvPr id="8" name="Google Shape;198;p8">
            <a:extLst>
              <a:ext uri="{FF2B5EF4-FFF2-40B4-BE49-F238E27FC236}">
                <a16:creationId xmlns:a16="http://schemas.microsoft.com/office/drawing/2014/main" id="{94D10BCA-895C-DA7C-CBA7-E69D11DFC7BF}"/>
              </a:ext>
            </a:extLst>
          </p:cNvPr>
          <p:cNvSpPr txBox="1">
            <a:spLocks/>
          </p:cNvSpPr>
          <p:nvPr/>
        </p:nvSpPr>
        <p:spPr>
          <a:xfrm>
            <a:off x="1280469" y="1281797"/>
            <a:ext cx="1698904" cy="674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SzPts val="2800"/>
              <a:buFont typeface="Arial"/>
              <a:buNone/>
            </a:pPr>
            <a:r>
              <a:rPr lang="en-IN" b="1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75434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06E3893-2219-2923-DB85-562E442FE1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/>
              <a:t>C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F8B20-50EC-FC37-B027-15000551B0F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2000" b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 Type I error occurs when the null hypothesis is true but is rejected incorrectly. It's a false positive.</a:t>
            </a:r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D3A46B-FAA9-0F07-E68E-D494274853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In the context of hypothesis testing, what does a Type I error represent?</a:t>
            </a:r>
          </a:p>
        </p:txBody>
      </p:sp>
      <p:sp>
        <p:nvSpPr>
          <p:cNvPr id="10" name="Google Shape;198;p8">
            <a:extLst>
              <a:ext uri="{FF2B5EF4-FFF2-40B4-BE49-F238E27FC236}">
                <a16:creationId xmlns:a16="http://schemas.microsoft.com/office/drawing/2014/main" id="{38BD666E-103E-F115-FA45-98073871F9F2}"/>
              </a:ext>
            </a:extLst>
          </p:cNvPr>
          <p:cNvSpPr txBox="1">
            <a:spLocks/>
          </p:cNvSpPr>
          <p:nvPr/>
        </p:nvSpPr>
        <p:spPr>
          <a:xfrm>
            <a:off x="1280469" y="1281797"/>
            <a:ext cx="1698904" cy="674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SzPts val="2800"/>
              <a:buFont typeface="Arial"/>
              <a:buNone/>
            </a:pPr>
            <a:r>
              <a:rPr lang="en-IN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CB59A9AF-BE27-FA94-4826-72BA8896DBB7}"/>
              </a:ext>
            </a:extLst>
          </p:cNvPr>
          <p:cNvSpPr txBox="1">
            <a:spLocks/>
          </p:cNvSpPr>
          <p:nvPr/>
        </p:nvSpPr>
        <p:spPr>
          <a:xfrm>
            <a:off x="2330450" y="2698180"/>
            <a:ext cx="11250613" cy="836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Accepting a true null hypothesis</a:t>
            </a:r>
          </a:p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A32F4E4-6B1E-8D75-1DAC-54DC3BF00CDD}"/>
              </a:ext>
            </a:extLst>
          </p:cNvPr>
          <p:cNvSpPr txBox="1">
            <a:spLocks/>
          </p:cNvSpPr>
          <p:nvPr/>
        </p:nvSpPr>
        <p:spPr>
          <a:xfrm>
            <a:off x="2334566" y="3629064"/>
            <a:ext cx="11250613" cy="836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Rejecting a false null hypothesis</a:t>
            </a:r>
          </a:p>
          <a:p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9626F3B-ED1F-E84E-1B3D-46EE67273FA4}"/>
              </a:ext>
            </a:extLst>
          </p:cNvPr>
          <p:cNvSpPr txBox="1">
            <a:spLocks/>
          </p:cNvSpPr>
          <p:nvPr/>
        </p:nvSpPr>
        <p:spPr>
          <a:xfrm>
            <a:off x="2334566" y="4568181"/>
            <a:ext cx="11250613" cy="836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Rejecting a true null hypothesis</a:t>
            </a:r>
          </a:p>
          <a:p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06A144F-C242-00F5-E89B-D4CE66F1C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38682" y="5511422"/>
            <a:ext cx="11250613" cy="836613"/>
          </a:xfrm>
        </p:spPr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Accepting a false null hypothesis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489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79"/>
          <p:cNvSpPr txBox="1">
            <a:spLocks noGrp="1"/>
          </p:cNvSpPr>
          <p:nvPr>
            <p:ph type="body" idx="10"/>
          </p:nvPr>
        </p:nvSpPr>
        <p:spPr/>
        <p:txBody>
          <a:bodyPr/>
          <a:lstStyle/>
          <a:p>
            <a:pPr lvl="0"/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95681635"/>
      </p:ext>
    </p:extLst>
  </p:cSld>
  <p:clrMapOvr>
    <a:masterClrMapping/>
  </p:clrMapOvr>
</p:sld>
</file>

<file path=ppt/theme/theme1.xml><?xml version="1.0" encoding="utf-8"?>
<a:theme xmlns:a="http://schemas.openxmlformats.org/drawingml/2006/main" name="2023_LV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0F2DDABBDF49409AAC83A5FD91EC22" ma:contentTypeVersion="18" ma:contentTypeDescription="Create a new document." ma:contentTypeScope="" ma:versionID="2594eb94b90c9f885ae2c4fbbb1e2d55">
  <xsd:schema xmlns:xsd="http://www.w3.org/2001/XMLSchema" xmlns:xs="http://www.w3.org/2001/XMLSchema" xmlns:p="http://schemas.microsoft.com/office/2006/metadata/properties" xmlns:ns3="9e1c2a13-0740-49b5-a03d-96af0a780283" xmlns:ns4="13f9a36d-0581-4bbd-819e-2fae6181123e" targetNamespace="http://schemas.microsoft.com/office/2006/metadata/properties" ma:root="true" ma:fieldsID="5d1f9298ce61b3e1e605ec9248ab271c" ns3:_="" ns4:_="">
    <xsd:import namespace="9e1c2a13-0740-49b5-a03d-96af0a780283"/>
    <xsd:import namespace="13f9a36d-0581-4bbd-819e-2fae6181123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c2a13-0740-49b5-a03d-96af0a7802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f9a36d-0581-4bbd-819e-2fae6181123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e1c2a13-0740-49b5-a03d-96af0a780283" xsi:nil="true"/>
  </documentManagement>
</p:properties>
</file>

<file path=customXml/itemProps1.xml><?xml version="1.0" encoding="utf-8"?>
<ds:datastoreItem xmlns:ds="http://schemas.openxmlformats.org/officeDocument/2006/customXml" ds:itemID="{10A621BE-1EEB-4704-8CFA-65E3158C76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1c2a13-0740-49b5-a03d-96af0a780283"/>
    <ds:schemaRef ds:uri="13f9a36d-0581-4bbd-819e-2fae618112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432BC5C-6526-4871-B142-D577A95D4E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B39642-739B-4BC0-A045-7996ABA0E0BB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terms/"/>
    <ds:schemaRef ds:uri="13f9a36d-0581-4bbd-819e-2fae6181123e"/>
    <ds:schemaRef ds:uri="http://schemas.microsoft.com/office/2006/documentManagement/types"/>
    <ds:schemaRef ds:uri="9e1c2a13-0740-49b5-a03d-96af0a780283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235</Words>
  <Application>Microsoft Office PowerPoint</Application>
  <PresentationFormat>Custom</PresentationFormat>
  <Paragraphs>43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 New</vt:lpstr>
      <vt:lpstr>Open Sans</vt:lpstr>
      <vt:lpstr>2023_LVC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Alok Parashar</dc:creator>
  <cp:lastModifiedBy>Aishwarya B</cp:lastModifiedBy>
  <cp:revision>3</cp:revision>
  <dcterms:created xsi:type="dcterms:W3CDTF">2023-05-19T12:36:11Z</dcterms:created>
  <dcterms:modified xsi:type="dcterms:W3CDTF">2023-12-21T14:01:37Z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0x010100730F2DDABBDF49409AAC83A5FD91EC22</vt:lpwstr>
  </property>
</Properties>
</file>