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6"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Lst>
  <p:sldSz cx="9144000" cy="5143500" type="screen16x9"/>
  <p:notesSz cx="6858000" cy="9144000"/>
  <p:embeddedFontLst>
    <p:embeddedFont>
      <p:font typeface="Aldrich" panose="020B0604020202020204" charset="0"/>
      <p:regular r:id="rId15"/>
    </p:embeddedFont>
    <p:embeddedFont>
      <p:font typeface="Bai Jamjuree" panose="020B0604020202020204" charset="-34"/>
      <p:regular r:id="rId16"/>
      <p:bold r:id="rId17"/>
      <p:italic r:id="rId18"/>
      <p:boldItalic r:id="rId19"/>
    </p:embeddedFont>
    <p:embeddedFont>
      <p:font typeface="Bai Jamjuree Medium" panose="020B0604020202020204" charset="-34"/>
      <p:regular r:id="rId20"/>
      <p:bold r:id="rId21"/>
      <p:italic r:id="rId22"/>
      <p:boldItalic r:id="rId23"/>
    </p:embeddedFont>
    <p:embeddedFont>
      <p:font typeface="Georgia" panose="02040502050405020303" pitchFamily="18"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7" d="100"/>
          <a:sy n="117" d="100"/>
        </p:scale>
        <p:origin x="156"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font" Target="fonts/font13.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3"/>
        <p:cNvGrpSpPr/>
        <p:nvPr/>
      </p:nvGrpSpPr>
      <p:grpSpPr>
        <a:xfrm>
          <a:off x="0" y="0"/>
          <a:ext cx="0" cy="0"/>
          <a:chOff x="0" y="0"/>
          <a:chExt cx="0" cy="0"/>
        </a:xfrm>
      </p:grpSpPr>
      <p:sp>
        <p:nvSpPr>
          <p:cNvPr id="1734" name="Google Shape;1734;g12948bcd1fb_0_229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5" name="Google Shape;1735;g12948bcd1fb_0_229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7"/>
        <p:cNvGrpSpPr/>
        <p:nvPr/>
      </p:nvGrpSpPr>
      <p:grpSpPr>
        <a:xfrm>
          <a:off x="0" y="0"/>
          <a:ext cx="0" cy="0"/>
          <a:chOff x="0" y="0"/>
          <a:chExt cx="0" cy="0"/>
        </a:xfrm>
      </p:grpSpPr>
      <p:sp>
        <p:nvSpPr>
          <p:cNvPr id="1748" name="Google Shape;1748;g127f379f983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9" name="Google Shape;1749;g127f379f983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1"/>
        <p:cNvGrpSpPr/>
        <p:nvPr/>
      </p:nvGrpSpPr>
      <p:grpSpPr>
        <a:xfrm>
          <a:off x="0" y="0"/>
          <a:ext cx="0" cy="0"/>
          <a:chOff x="0" y="0"/>
          <a:chExt cx="0" cy="0"/>
        </a:xfrm>
      </p:grpSpPr>
      <p:sp>
        <p:nvSpPr>
          <p:cNvPr id="1762" name="Google Shape;1762;g127f379f983_0_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3" name="Google Shape;1763;g127f379f983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1"/>
        <p:cNvGrpSpPr/>
        <p:nvPr/>
      </p:nvGrpSpPr>
      <p:grpSpPr>
        <a:xfrm>
          <a:off x="0" y="0"/>
          <a:ext cx="0" cy="0"/>
          <a:chOff x="0" y="0"/>
          <a:chExt cx="0" cy="0"/>
        </a:xfrm>
      </p:grpSpPr>
      <p:sp>
        <p:nvSpPr>
          <p:cNvPr id="1772" name="Google Shape;1772;g12948bcd1fb_0_22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3" name="Google Shape;1773;g12948bcd1fb_0_22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g12948bcd1fb_0_22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9" name="Google Shape;1779;g12948bcd1fb_0_22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3"/>
        <p:cNvGrpSpPr/>
        <p:nvPr/>
      </p:nvGrpSpPr>
      <p:grpSpPr>
        <a:xfrm>
          <a:off x="0" y="0"/>
          <a:ext cx="0" cy="0"/>
          <a:chOff x="0" y="0"/>
          <a:chExt cx="0" cy="0"/>
        </a:xfrm>
      </p:grpSpPr>
      <p:sp>
        <p:nvSpPr>
          <p:cNvPr id="1784" name="Google Shape;1784;g146f9d42952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5" name="Google Shape;1785;g146f9d42952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9"/>
        <p:cNvGrpSpPr/>
        <p:nvPr/>
      </p:nvGrpSpPr>
      <p:grpSpPr>
        <a:xfrm>
          <a:off x="0" y="0"/>
          <a:ext cx="0" cy="0"/>
          <a:chOff x="0" y="0"/>
          <a:chExt cx="0" cy="0"/>
        </a:xfrm>
      </p:grpSpPr>
      <p:sp>
        <p:nvSpPr>
          <p:cNvPr id="1790" name="Google Shape;1790;g146f9d42952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1" name="Google Shape;1791;g146f9d42952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5"/>
        <p:cNvGrpSpPr/>
        <p:nvPr/>
      </p:nvGrpSpPr>
      <p:grpSpPr>
        <a:xfrm>
          <a:off x="0" y="0"/>
          <a:ext cx="0" cy="0"/>
          <a:chOff x="0" y="0"/>
          <a:chExt cx="0" cy="0"/>
        </a:xfrm>
      </p:grpSpPr>
      <p:sp>
        <p:nvSpPr>
          <p:cNvPr id="1796" name="Google Shape;1796;g1474dfc8c8b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7" name="Google Shape;1797;g1474dfc8c8b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4"/>
        <p:cNvGrpSpPr/>
        <p:nvPr/>
      </p:nvGrpSpPr>
      <p:grpSpPr>
        <a:xfrm>
          <a:off x="0" y="0"/>
          <a:ext cx="0" cy="0"/>
          <a:chOff x="0" y="0"/>
          <a:chExt cx="0" cy="0"/>
        </a:xfrm>
      </p:grpSpPr>
      <p:sp>
        <p:nvSpPr>
          <p:cNvPr id="1805" name="Google Shape;1805;g1474dfc8c8b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6" name="Google Shape;1806;g1474dfc8c8b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0"/>
        <p:cNvGrpSpPr/>
        <p:nvPr/>
      </p:nvGrpSpPr>
      <p:grpSpPr>
        <a:xfrm>
          <a:off x="0" y="0"/>
          <a:ext cx="0" cy="0"/>
          <a:chOff x="0" y="0"/>
          <a:chExt cx="0" cy="0"/>
        </a:xfrm>
      </p:grpSpPr>
      <p:sp>
        <p:nvSpPr>
          <p:cNvPr id="1811" name="Google Shape;1811;g146f9d42952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2" name="Google Shape;1812;g146f9d42952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6"/>
        <p:cNvGrpSpPr/>
        <p:nvPr/>
      </p:nvGrpSpPr>
      <p:grpSpPr>
        <a:xfrm>
          <a:off x="0" y="0"/>
          <a:ext cx="0" cy="0"/>
          <a:chOff x="0" y="0"/>
          <a:chExt cx="0" cy="0"/>
        </a:xfrm>
      </p:grpSpPr>
      <p:sp>
        <p:nvSpPr>
          <p:cNvPr id="1817" name="Google Shape;1817;g146f9d42952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8" name="Google Shape;1818;g146f9d42952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2"/>
        <p:cNvGrpSpPr/>
        <p:nvPr/>
      </p:nvGrpSpPr>
      <p:grpSpPr>
        <a:xfrm>
          <a:off x="0" y="0"/>
          <a:ext cx="0" cy="0"/>
          <a:chOff x="0" y="0"/>
          <a:chExt cx="0" cy="0"/>
        </a:xfrm>
      </p:grpSpPr>
      <p:sp>
        <p:nvSpPr>
          <p:cNvPr id="1823" name="Google Shape;1823;g146f9d429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4" name="Google Shape;1824;g146f9d429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hyperlink" Target="http://bit.ly/2Tynxth" TargetMode="External"/><Relationship Id="rId2" Type="http://schemas.openxmlformats.org/officeDocument/2006/relationships/image" Target="../media/image5.jp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5.jpg"/><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4"/>
        <p:cNvGrpSpPr/>
        <p:nvPr/>
      </p:nvGrpSpPr>
      <p:grpSpPr>
        <a:xfrm>
          <a:off x="0" y="0"/>
          <a:ext cx="0" cy="0"/>
          <a:chOff x="0" y="0"/>
          <a:chExt cx="0" cy="0"/>
        </a:xfrm>
      </p:grpSpPr>
      <p:pic>
        <p:nvPicPr>
          <p:cNvPr id="95" name="Google Shape;95;p3"/>
          <p:cNvPicPr preferRelativeResize="0"/>
          <p:nvPr/>
        </p:nvPicPr>
        <p:blipFill rotWithShape="1">
          <a:blip r:embed="rId2">
            <a:alphaModFix amt="60000"/>
          </a:blip>
          <a:srcRect l="39" r="29"/>
          <a:stretch/>
        </p:blipFill>
        <p:spPr>
          <a:xfrm rot="10800000" flipH="1">
            <a:off x="0" y="1"/>
            <a:ext cx="9144002" cy="5143499"/>
          </a:xfrm>
          <a:prstGeom prst="rect">
            <a:avLst/>
          </a:prstGeom>
          <a:noFill/>
          <a:ln>
            <a:noFill/>
          </a:ln>
        </p:spPr>
      </p:pic>
      <p:sp>
        <p:nvSpPr>
          <p:cNvPr id="96" name="Google Shape;96;p3"/>
          <p:cNvSpPr txBox="1">
            <a:spLocks noGrp="1"/>
          </p:cNvSpPr>
          <p:nvPr>
            <p:ph type="title"/>
          </p:nvPr>
        </p:nvSpPr>
        <p:spPr>
          <a:xfrm>
            <a:off x="1467300" y="2623376"/>
            <a:ext cx="6209400" cy="841800"/>
          </a:xfrm>
          <a:prstGeom prst="rect">
            <a:avLst/>
          </a:prstGeom>
        </p:spPr>
        <p:txBody>
          <a:bodyPr spcFirstLastPara="1" wrap="square" lIns="91425" tIns="0"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97" name="Google Shape;97;p3"/>
          <p:cNvSpPr txBox="1">
            <a:spLocks noGrp="1"/>
          </p:cNvSpPr>
          <p:nvPr>
            <p:ph type="title" idx="2" hasCustomPrompt="1"/>
          </p:nvPr>
        </p:nvSpPr>
        <p:spPr>
          <a:xfrm>
            <a:off x="2748300" y="965501"/>
            <a:ext cx="3647400" cy="1599900"/>
          </a:xfrm>
          <a:prstGeom prst="rect">
            <a:avLst/>
          </a:prstGeom>
        </p:spPr>
        <p:txBody>
          <a:bodyPr spcFirstLastPara="1" wrap="square" lIns="91425" tIns="0" rIns="91425" bIns="91425" anchor="t" anchorCtr="0">
            <a:noAutofit/>
          </a:bodyPr>
          <a:lstStyle>
            <a:lvl1pPr lvl="0" algn="ctr" rtl="0">
              <a:spcBef>
                <a:spcPts val="0"/>
              </a:spcBef>
              <a:spcAft>
                <a:spcPts val="0"/>
              </a:spcAft>
              <a:buSzPts val="12000"/>
              <a:buNone/>
              <a:defRPr sz="12000">
                <a:solidFill>
                  <a:schemeClr val="lt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8" name="Google Shape;98;p3"/>
          <p:cNvSpPr txBox="1">
            <a:spLocks noGrp="1"/>
          </p:cNvSpPr>
          <p:nvPr>
            <p:ph type="subTitle" idx="1"/>
          </p:nvPr>
        </p:nvSpPr>
        <p:spPr>
          <a:xfrm>
            <a:off x="2181900" y="3792111"/>
            <a:ext cx="4780200" cy="348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7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99" name="Google Shape;99;p3"/>
          <p:cNvPicPr preferRelativeResize="0"/>
          <p:nvPr/>
        </p:nvPicPr>
        <p:blipFill rotWithShape="1">
          <a:blip r:embed="rId3">
            <a:alphaModFix/>
          </a:blip>
          <a:srcRect l="228" r="238"/>
          <a:stretch/>
        </p:blipFill>
        <p:spPr>
          <a:xfrm flipH="1">
            <a:off x="-9" y="4016075"/>
            <a:ext cx="9353213" cy="2681250"/>
          </a:xfrm>
          <a:prstGeom prst="rect">
            <a:avLst/>
          </a:prstGeom>
          <a:noFill/>
          <a:ln>
            <a:noFill/>
          </a:ln>
        </p:spPr>
      </p:pic>
      <p:grpSp>
        <p:nvGrpSpPr>
          <p:cNvPr id="100" name="Google Shape;100;p3"/>
          <p:cNvGrpSpPr/>
          <p:nvPr/>
        </p:nvGrpSpPr>
        <p:grpSpPr>
          <a:xfrm flipH="1">
            <a:off x="8483181" y="4016070"/>
            <a:ext cx="283332" cy="284718"/>
            <a:chOff x="423709" y="3302025"/>
            <a:chExt cx="216416" cy="217475"/>
          </a:xfrm>
        </p:grpSpPr>
        <p:sp>
          <p:nvSpPr>
            <p:cNvPr id="101" name="Google Shape;101;p3"/>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423709"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3"/>
          <p:cNvGrpSpPr/>
          <p:nvPr/>
        </p:nvGrpSpPr>
        <p:grpSpPr>
          <a:xfrm flipH="1">
            <a:off x="8175513" y="140497"/>
            <a:ext cx="2019176" cy="2019176"/>
            <a:chOff x="1943325" y="-220375"/>
            <a:chExt cx="1298672" cy="1298672"/>
          </a:xfrm>
        </p:grpSpPr>
        <p:sp>
          <p:nvSpPr>
            <p:cNvPr id="104" name="Google Shape;104;p3"/>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3"/>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3"/>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3"/>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3"/>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3"/>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3"/>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3"/>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3"/>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3"/>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3"/>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3"/>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3"/>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3"/>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3"/>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3"/>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3"/>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3"/>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3"/>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3"/>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3"/>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 name="Google Shape;152;p3"/>
          <p:cNvGrpSpPr/>
          <p:nvPr/>
        </p:nvGrpSpPr>
        <p:grpSpPr>
          <a:xfrm flipH="1">
            <a:off x="-467701" y="3429220"/>
            <a:ext cx="1965289" cy="517060"/>
            <a:chOff x="3539975" y="3523525"/>
            <a:chExt cx="745925" cy="196250"/>
          </a:xfrm>
        </p:grpSpPr>
        <p:sp>
          <p:nvSpPr>
            <p:cNvPr id="153" name="Google Shape;153;p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9" name="Google Shape;169;p3"/>
          <p:cNvPicPr preferRelativeResize="0"/>
          <p:nvPr/>
        </p:nvPicPr>
        <p:blipFill>
          <a:blip r:embed="rId4">
            <a:alphaModFix/>
          </a:blip>
          <a:stretch>
            <a:fillRect/>
          </a:stretch>
        </p:blipFill>
        <p:spPr>
          <a:xfrm flipH="1">
            <a:off x="-403499" y="-646075"/>
            <a:ext cx="2527512" cy="26812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0"/>
        <p:cNvGrpSpPr/>
        <p:nvPr/>
      </p:nvGrpSpPr>
      <p:grpSpPr>
        <a:xfrm>
          <a:off x="0" y="0"/>
          <a:ext cx="0" cy="0"/>
          <a:chOff x="0" y="0"/>
          <a:chExt cx="0" cy="0"/>
        </a:xfrm>
      </p:grpSpPr>
      <p:pic>
        <p:nvPicPr>
          <p:cNvPr id="171" name="Google Shape;171;p4"/>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172" name="Google Shape;172;p4"/>
          <p:cNvSpPr txBox="1">
            <a:spLocks noGrp="1"/>
          </p:cNvSpPr>
          <p:nvPr>
            <p:ph type="body" idx="1"/>
          </p:nvPr>
        </p:nvSpPr>
        <p:spPr>
          <a:xfrm>
            <a:off x="715550" y="1152475"/>
            <a:ext cx="7713000" cy="869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Clr>
                <a:schemeClr val="lt1"/>
              </a:buClr>
              <a:buSzPts val="1400"/>
              <a:buChar char="●"/>
              <a:defRPr sz="1400">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173" name="Google Shape;173;p4"/>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74" name="Google Shape;174;p4"/>
          <p:cNvGrpSpPr/>
          <p:nvPr/>
        </p:nvGrpSpPr>
        <p:grpSpPr>
          <a:xfrm>
            <a:off x="391864" y="4078670"/>
            <a:ext cx="289170" cy="284718"/>
            <a:chOff x="426000" y="3302025"/>
            <a:chExt cx="220875" cy="217475"/>
          </a:xfrm>
        </p:grpSpPr>
        <p:sp>
          <p:nvSpPr>
            <p:cNvPr id="175" name="Google Shape;175;p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 name="Google Shape;177;p4"/>
          <p:cNvGrpSpPr/>
          <p:nvPr/>
        </p:nvGrpSpPr>
        <p:grpSpPr>
          <a:xfrm>
            <a:off x="357713" y="1439175"/>
            <a:ext cx="357454" cy="956304"/>
            <a:chOff x="357713" y="600975"/>
            <a:chExt cx="357454" cy="956304"/>
          </a:xfrm>
        </p:grpSpPr>
        <p:sp>
          <p:nvSpPr>
            <p:cNvPr id="178" name="Google Shape;178;p4"/>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4"/>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4"/>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4"/>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93"/>
        <p:cNvGrpSpPr/>
        <p:nvPr/>
      </p:nvGrpSpPr>
      <p:grpSpPr>
        <a:xfrm>
          <a:off x="0" y="0"/>
          <a:ext cx="0" cy="0"/>
          <a:chOff x="0" y="0"/>
          <a:chExt cx="0" cy="0"/>
        </a:xfrm>
      </p:grpSpPr>
      <p:pic>
        <p:nvPicPr>
          <p:cNvPr id="294" name="Google Shape;294;p7"/>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295" name="Google Shape;295;p7"/>
          <p:cNvSpPr txBox="1">
            <a:spLocks noGrp="1"/>
          </p:cNvSpPr>
          <p:nvPr>
            <p:ph type="body" idx="1"/>
          </p:nvPr>
        </p:nvSpPr>
        <p:spPr>
          <a:xfrm>
            <a:off x="1221000" y="1512026"/>
            <a:ext cx="6702000" cy="2347500"/>
          </a:xfrm>
          <a:prstGeom prst="rect">
            <a:avLst/>
          </a:prstGeom>
        </p:spPr>
        <p:txBody>
          <a:bodyPr spcFirstLastPara="1" wrap="square" lIns="91425" tIns="91425" rIns="91425" bIns="91425" anchor="t" anchorCtr="0">
            <a:noAutofit/>
          </a:bodyPr>
          <a:lstStyle>
            <a:lvl1pPr marL="457200" lvl="0" indent="-317500">
              <a:lnSpc>
                <a:spcPct val="100000"/>
              </a:lnSpc>
              <a:spcBef>
                <a:spcPts val="0"/>
              </a:spcBef>
              <a:spcAft>
                <a:spcPts val="0"/>
              </a:spcAft>
              <a:buSzPts val="1400"/>
              <a:buChar char="●"/>
              <a:defRPr sz="1400">
                <a:solidFill>
                  <a:schemeClr val="lt1"/>
                </a:solidFill>
              </a:defRPr>
            </a:lvl1pPr>
            <a:lvl2pPr marL="914400" lvl="1" indent="-317500">
              <a:spcBef>
                <a:spcPts val="0"/>
              </a:spcBef>
              <a:spcAft>
                <a:spcPts val="0"/>
              </a:spcAft>
              <a:buClr>
                <a:schemeClr val="lt1"/>
              </a:buClr>
              <a:buSzPts val="1400"/>
              <a:buFont typeface="Anaheim"/>
              <a:buChar char="○"/>
              <a:defRPr sz="1200">
                <a:solidFill>
                  <a:schemeClr val="lt1"/>
                </a:solidFill>
              </a:defRPr>
            </a:lvl2pPr>
            <a:lvl3pPr marL="1371600" lvl="2" indent="-317500">
              <a:spcBef>
                <a:spcPts val="0"/>
              </a:spcBef>
              <a:spcAft>
                <a:spcPts val="0"/>
              </a:spcAft>
              <a:buClr>
                <a:schemeClr val="lt1"/>
              </a:buClr>
              <a:buSzPts val="1400"/>
              <a:buFont typeface="Anaheim"/>
              <a:buChar char="■"/>
              <a:defRPr sz="1200">
                <a:solidFill>
                  <a:schemeClr val="lt1"/>
                </a:solidFill>
              </a:defRPr>
            </a:lvl3pPr>
            <a:lvl4pPr marL="1828800" lvl="3" indent="-317500">
              <a:spcBef>
                <a:spcPts val="0"/>
              </a:spcBef>
              <a:spcAft>
                <a:spcPts val="0"/>
              </a:spcAft>
              <a:buClr>
                <a:schemeClr val="lt1"/>
              </a:buClr>
              <a:buSzPts val="1400"/>
              <a:buFont typeface="Anaheim"/>
              <a:buChar char="●"/>
              <a:defRPr sz="1200">
                <a:solidFill>
                  <a:schemeClr val="lt1"/>
                </a:solidFill>
              </a:defRPr>
            </a:lvl4pPr>
            <a:lvl5pPr marL="2286000" lvl="4" indent="-317500">
              <a:spcBef>
                <a:spcPts val="0"/>
              </a:spcBef>
              <a:spcAft>
                <a:spcPts val="0"/>
              </a:spcAft>
              <a:buClr>
                <a:schemeClr val="lt1"/>
              </a:buClr>
              <a:buSzPts val="1400"/>
              <a:buFont typeface="Anaheim"/>
              <a:buChar char="○"/>
              <a:defRPr sz="1200">
                <a:solidFill>
                  <a:schemeClr val="lt1"/>
                </a:solidFill>
              </a:defRPr>
            </a:lvl5pPr>
            <a:lvl6pPr marL="2743200" lvl="5" indent="-317500">
              <a:spcBef>
                <a:spcPts val="0"/>
              </a:spcBef>
              <a:spcAft>
                <a:spcPts val="0"/>
              </a:spcAft>
              <a:buClr>
                <a:schemeClr val="lt1"/>
              </a:buClr>
              <a:buSzPts val="1400"/>
              <a:buFont typeface="Anaheim"/>
              <a:buChar char="■"/>
              <a:defRPr sz="1200">
                <a:solidFill>
                  <a:schemeClr val="lt1"/>
                </a:solidFill>
              </a:defRPr>
            </a:lvl6pPr>
            <a:lvl7pPr marL="3200400" lvl="6" indent="-317500">
              <a:spcBef>
                <a:spcPts val="0"/>
              </a:spcBef>
              <a:spcAft>
                <a:spcPts val="0"/>
              </a:spcAft>
              <a:buClr>
                <a:schemeClr val="lt1"/>
              </a:buClr>
              <a:buSzPts val="1400"/>
              <a:buFont typeface="Anaheim"/>
              <a:buChar char="●"/>
              <a:defRPr sz="1200">
                <a:solidFill>
                  <a:schemeClr val="lt1"/>
                </a:solidFill>
              </a:defRPr>
            </a:lvl7pPr>
            <a:lvl8pPr marL="3657600" lvl="7" indent="-317500">
              <a:spcBef>
                <a:spcPts val="0"/>
              </a:spcBef>
              <a:spcAft>
                <a:spcPts val="0"/>
              </a:spcAft>
              <a:buClr>
                <a:schemeClr val="lt1"/>
              </a:buClr>
              <a:buSzPts val="1400"/>
              <a:buFont typeface="Anaheim"/>
              <a:buChar char="○"/>
              <a:defRPr sz="1200">
                <a:solidFill>
                  <a:schemeClr val="lt1"/>
                </a:solidFill>
              </a:defRPr>
            </a:lvl8pPr>
            <a:lvl9pPr marL="4114800" lvl="8" indent="-317500">
              <a:spcBef>
                <a:spcPts val="0"/>
              </a:spcBef>
              <a:spcAft>
                <a:spcPts val="0"/>
              </a:spcAft>
              <a:buClr>
                <a:schemeClr val="lt1"/>
              </a:buClr>
              <a:buSzPts val="1400"/>
              <a:buFont typeface="Anaheim"/>
              <a:buChar char="■"/>
              <a:defRPr sz="1200">
                <a:solidFill>
                  <a:schemeClr val="lt1"/>
                </a:solidFill>
              </a:defRPr>
            </a:lvl9pPr>
          </a:lstStyle>
          <a:p>
            <a:endParaRPr/>
          </a:p>
        </p:txBody>
      </p:sp>
      <p:sp>
        <p:nvSpPr>
          <p:cNvPr id="296" name="Google Shape;296;p7"/>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297" name="Google Shape;297;p7"/>
          <p:cNvPicPr preferRelativeResize="0"/>
          <p:nvPr/>
        </p:nvPicPr>
        <p:blipFill rotWithShape="1">
          <a:blip r:embed="rId3">
            <a:alphaModFix/>
          </a:blip>
          <a:srcRect l="228" r="238"/>
          <a:stretch/>
        </p:blipFill>
        <p:spPr>
          <a:xfrm>
            <a:off x="-303901" y="3830000"/>
            <a:ext cx="9353213" cy="2681250"/>
          </a:xfrm>
          <a:prstGeom prst="rect">
            <a:avLst/>
          </a:prstGeom>
          <a:noFill/>
          <a:ln>
            <a:noFill/>
          </a:ln>
        </p:spPr>
      </p:pic>
      <p:grpSp>
        <p:nvGrpSpPr>
          <p:cNvPr id="298" name="Google Shape;298;p7"/>
          <p:cNvGrpSpPr/>
          <p:nvPr/>
        </p:nvGrpSpPr>
        <p:grpSpPr>
          <a:xfrm>
            <a:off x="391864" y="3545270"/>
            <a:ext cx="289170" cy="284718"/>
            <a:chOff x="426000" y="3302025"/>
            <a:chExt cx="220875" cy="217475"/>
          </a:xfrm>
        </p:grpSpPr>
        <p:sp>
          <p:nvSpPr>
            <p:cNvPr id="299" name="Google Shape;299;p7"/>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7"/>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 name="Google Shape;301;p7"/>
          <p:cNvGrpSpPr/>
          <p:nvPr/>
        </p:nvGrpSpPr>
        <p:grpSpPr>
          <a:xfrm>
            <a:off x="357713" y="1210575"/>
            <a:ext cx="357454" cy="956304"/>
            <a:chOff x="357713" y="600975"/>
            <a:chExt cx="357454" cy="956304"/>
          </a:xfrm>
        </p:grpSpPr>
        <p:sp>
          <p:nvSpPr>
            <p:cNvPr id="302" name="Google Shape;302;p7"/>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7"/>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7"/>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7"/>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 name="Google Shape;306;p7"/>
          <p:cNvGrpSpPr/>
          <p:nvPr/>
        </p:nvGrpSpPr>
        <p:grpSpPr>
          <a:xfrm>
            <a:off x="8209964" y="1045747"/>
            <a:ext cx="2019176" cy="2019176"/>
            <a:chOff x="1943325" y="-220375"/>
            <a:chExt cx="1298672" cy="1298672"/>
          </a:xfrm>
        </p:grpSpPr>
        <p:sp>
          <p:nvSpPr>
            <p:cNvPr id="307" name="Google Shape;307;p7"/>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7"/>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7"/>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7"/>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7"/>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7"/>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7"/>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7"/>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7"/>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7"/>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7"/>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7"/>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7"/>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7"/>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7"/>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7"/>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7"/>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7"/>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7"/>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7"/>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7"/>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 name="Google Shape;355;p7"/>
          <p:cNvGrpSpPr/>
          <p:nvPr/>
        </p:nvGrpSpPr>
        <p:grpSpPr>
          <a:xfrm>
            <a:off x="-1031260" y="2597545"/>
            <a:ext cx="1965289" cy="517060"/>
            <a:chOff x="3539975" y="3523525"/>
            <a:chExt cx="745925" cy="196250"/>
          </a:xfrm>
        </p:grpSpPr>
        <p:sp>
          <p:nvSpPr>
            <p:cNvPr id="356" name="Google Shape;356;p7"/>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7"/>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7"/>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7"/>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7"/>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7"/>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7"/>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7"/>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7"/>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7"/>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7"/>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2" name="Google Shape;372;p7"/>
          <p:cNvSpPr/>
          <p:nvPr/>
        </p:nvSpPr>
        <p:spPr>
          <a:xfrm>
            <a:off x="2947150" y="425843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4"/>
        <p:cNvGrpSpPr/>
        <p:nvPr/>
      </p:nvGrpSpPr>
      <p:grpSpPr>
        <a:xfrm>
          <a:off x="0" y="0"/>
          <a:ext cx="0" cy="0"/>
          <a:chOff x="0" y="0"/>
          <a:chExt cx="0" cy="0"/>
        </a:xfrm>
      </p:grpSpPr>
      <p:sp>
        <p:nvSpPr>
          <p:cNvPr id="465" name="Google Shape;465;p10"/>
          <p:cNvSpPr txBox="1">
            <a:spLocks noGrp="1"/>
          </p:cNvSpPr>
          <p:nvPr>
            <p:ph type="body" idx="1"/>
          </p:nvPr>
        </p:nvSpPr>
        <p:spPr>
          <a:xfrm>
            <a:off x="1096550" y="1135950"/>
            <a:ext cx="4466700" cy="1516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400"/>
              <a:buNone/>
              <a:defRPr sz="2900">
                <a:solidFill>
                  <a:schemeClr val="lt1"/>
                </a:solidFill>
                <a:latin typeface="Aldrich"/>
                <a:ea typeface="Aldrich"/>
                <a:cs typeface="Aldrich"/>
                <a:sym typeface="Aldrich"/>
              </a:defRPr>
            </a:lvl1pPr>
          </a:lstStyle>
          <a:p>
            <a:endParaRPr/>
          </a:p>
        </p:txBody>
      </p:sp>
      <p:grpSp>
        <p:nvGrpSpPr>
          <p:cNvPr id="466" name="Google Shape;466;p10"/>
          <p:cNvGrpSpPr/>
          <p:nvPr/>
        </p:nvGrpSpPr>
        <p:grpSpPr>
          <a:xfrm>
            <a:off x="391864" y="4307270"/>
            <a:ext cx="289170" cy="284718"/>
            <a:chOff x="426000" y="3302025"/>
            <a:chExt cx="220875" cy="217475"/>
          </a:xfrm>
        </p:grpSpPr>
        <p:sp>
          <p:nvSpPr>
            <p:cNvPr id="467" name="Google Shape;467;p10"/>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0"/>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 name="Google Shape;469;p10"/>
          <p:cNvGrpSpPr/>
          <p:nvPr/>
        </p:nvGrpSpPr>
        <p:grpSpPr>
          <a:xfrm>
            <a:off x="357713" y="1416050"/>
            <a:ext cx="357454" cy="956304"/>
            <a:chOff x="357713" y="600975"/>
            <a:chExt cx="357454" cy="956304"/>
          </a:xfrm>
        </p:grpSpPr>
        <p:sp>
          <p:nvSpPr>
            <p:cNvPr id="470" name="Google Shape;470;p10"/>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10"/>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0"/>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0"/>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 name="Google Shape;474;p10"/>
          <p:cNvGrpSpPr/>
          <p:nvPr/>
        </p:nvGrpSpPr>
        <p:grpSpPr>
          <a:xfrm>
            <a:off x="1409864" y="-1010428"/>
            <a:ext cx="2019176" cy="2019176"/>
            <a:chOff x="1943325" y="-220375"/>
            <a:chExt cx="1298672" cy="1298672"/>
          </a:xfrm>
        </p:grpSpPr>
        <p:sp>
          <p:nvSpPr>
            <p:cNvPr id="475" name="Google Shape;475;p10"/>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0"/>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0"/>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0"/>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10"/>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10"/>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0"/>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0"/>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0"/>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0"/>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0"/>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0"/>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0"/>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0"/>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0"/>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0"/>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10"/>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0"/>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10"/>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0"/>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0"/>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0"/>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0"/>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0"/>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0"/>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0"/>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0"/>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0"/>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0"/>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10"/>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10"/>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0"/>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0"/>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0"/>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0"/>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0"/>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0"/>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0"/>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0"/>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3" name="Google Shape;523;p10"/>
          <p:cNvSpPr/>
          <p:nvPr/>
        </p:nvSpPr>
        <p:spPr>
          <a:xfrm rot="-5400000">
            <a:off x="4915335" y="300510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4" name="Google Shape;524;p10"/>
          <p:cNvPicPr preferRelativeResize="0"/>
          <p:nvPr/>
        </p:nvPicPr>
        <p:blipFill>
          <a:blip r:embed="rId2">
            <a:alphaModFix/>
          </a:blip>
          <a:stretch>
            <a:fillRect/>
          </a:stretch>
        </p:blipFill>
        <p:spPr>
          <a:xfrm rot="2700000">
            <a:off x="7164665" y="3378950"/>
            <a:ext cx="2527511" cy="268125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5"/>
        <p:cNvGrpSpPr/>
        <p:nvPr/>
      </p:nvGrpSpPr>
      <p:grpSpPr>
        <a:xfrm>
          <a:off x="0" y="0"/>
          <a:ext cx="0" cy="0"/>
          <a:chOff x="0" y="0"/>
          <a:chExt cx="0" cy="0"/>
        </a:xfrm>
      </p:grpSpPr>
      <p:pic>
        <p:nvPicPr>
          <p:cNvPr id="526" name="Google Shape;526;p11"/>
          <p:cNvPicPr preferRelativeResize="0"/>
          <p:nvPr/>
        </p:nvPicPr>
        <p:blipFill rotWithShape="1">
          <a:blip r:embed="rId2">
            <a:alphaModFix amt="60000"/>
          </a:blip>
          <a:srcRect l="39" r="29"/>
          <a:stretch/>
        </p:blipFill>
        <p:spPr>
          <a:xfrm>
            <a:off x="0" y="1"/>
            <a:ext cx="9144002" cy="5143499"/>
          </a:xfrm>
          <a:prstGeom prst="rect">
            <a:avLst/>
          </a:prstGeom>
          <a:noFill/>
          <a:ln>
            <a:noFill/>
          </a:ln>
        </p:spPr>
      </p:pic>
      <p:sp>
        <p:nvSpPr>
          <p:cNvPr id="527" name="Google Shape;527;p11"/>
          <p:cNvSpPr txBox="1">
            <a:spLocks noGrp="1"/>
          </p:cNvSpPr>
          <p:nvPr>
            <p:ph type="title" hasCustomPrompt="1"/>
          </p:nvPr>
        </p:nvSpPr>
        <p:spPr>
          <a:xfrm>
            <a:off x="1189500" y="1573088"/>
            <a:ext cx="6765000" cy="1191600"/>
          </a:xfrm>
          <a:prstGeom prst="rect">
            <a:avLst/>
          </a:prstGeom>
        </p:spPr>
        <p:txBody>
          <a:bodyPr spcFirstLastPara="1" wrap="square" lIns="91425" tIns="0" rIns="91425" bIns="91425" anchor="t" anchorCtr="0">
            <a:noAutofit/>
          </a:bodyPr>
          <a:lstStyle>
            <a:lvl1pPr lvl="0" algn="ctr">
              <a:spcBef>
                <a:spcPts val="0"/>
              </a:spcBef>
              <a:spcAft>
                <a:spcPts val="0"/>
              </a:spcAft>
              <a:buSzPts val="12000"/>
              <a:buNone/>
              <a:defRPr sz="78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28" name="Google Shape;528;p11"/>
          <p:cNvSpPr txBox="1">
            <a:spLocks noGrp="1"/>
          </p:cNvSpPr>
          <p:nvPr>
            <p:ph type="subTitle" idx="1"/>
          </p:nvPr>
        </p:nvSpPr>
        <p:spPr>
          <a:xfrm>
            <a:off x="1189500" y="3008635"/>
            <a:ext cx="6765000" cy="348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29" name="Google Shape;529;p11"/>
          <p:cNvPicPr preferRelativeResize="0"/>
          <p:nvPr/>
        </p:nvPicPr>
        <p:blipFill>
          <a:blip r:embed="rId3">
            <a:alphaModFix/>
          </a:blip>
          <a:stretch>
            <a:fillRect/>
          </a:stretch>
        </p:blipFill>
        <p:spPr>
          <a:xfrm flipH="1">
            <a:off x="241816" y="3790725"/>
            <a:ext cx="9353213" cy="2681250"/>
          </a:xfrm>
          <a:prstGeom prst="rect">
            <a:avLst/>
          </a:prstGeom>
          <a:noFill/>
          <a:ln>
            <a:noFill/>
          </a:ln>
        </p:spPr>
      </p:pic>
      <p:grpSp>
        <p:nvGrpSpPr>
          <p:cNvPr id="530" name="Google Shape;530;p11"/>
          <p:cNvGrpSpPr/>
          <p:nvPr/>
        </p:nvGrpSpPr>
        <p:grpSpPr>
          <a:xfrm flipH="1">
            <a:off x="8446294" y="3580345"/>
            <a:ext cx="289170" cy="284718"/>
            <a:chOff x="426000" y="3302025"/>
            <a:chExt cx="220875" cy="217475"/>
          </a:xfrm>
        </p:grpSpPr>
        <p:sp>
          <p:nvSpPr>
            <p:cNvPr id="531" name="Google Shape;531;p11"/>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1"/>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 name="Google Shape;533;p11"/>
          <p:cNvGrpSpPr/>
          <p:nvPr/>
        </p:nvGrpSpPr>
        <p:grpSpPr>
          <a:xfrm flipH="1">
            <a:off x="8412161" y="940850"/>
            <a:ext cx="357454" cy="956304"/>
            <a:chOff x="357713" y="600975"/>
            <a:chExt cx="357454" cy="956304"/>
          </a:xfrm>
        </p:grpSpPr>
        <p:sp>
          <p:nvSpPr>
            <p:cNvPr id="534" name="Google Shape;534;p11"/>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1"/>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1"/>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1"/>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1"/>
          <p:cNvGrpSpPr/>
          <p:nvPr/>
        </p:nvGrpSpPr>
        <p:grpSpPr>
          <a:xfrm flipH="1">
            <a:off x="-1204526" y="3464295"/>
            <a:ext cx="1965289" cy="517060"/>
            <a:chOff x="3539975" y="3523525"/>
            <a:chExt cx="745925" cy="196250"/>
          </a:xfrm>
        </p:grpSpPr>
        <p:sp>
          <p:nvSpPr>
            <p:cNvPr id="539" name="Google Shape;539;p11"/>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1"/>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11"/>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1"/>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1"/>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1"/>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11"/>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11"/>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11"/>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11"/>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1"/>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11"/>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11"/>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1"/>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5" name="Google Shape;555;p11"/>
          <p:cNvSpPr/>
          <p:nvPr/>
        </p:nvSpPr>
        <p:spPr>
          <a:xfrm flipH="1">
            <a:off x="505591" y="279320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556"/>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557"/>
        <p:cNvGrpSpPr/>
        <p:nvPr/>
      </p:nvGrpSpPr>
      <p:grpSpPr>
        <a:xfrm>
          <a:off x="0" y="0"/>
          <a:ext cx="0" cy="0"/>
          <a:chOff x="0" y="0"/>
          <a:chExt cx="0" cy="0"/>
        </a:xfrm>
      </p:grpSpPr>
      <p:pic>
        <p:nvPicPr>
          <p:cNvPr id="558" name="Google Shape;558;p13"/>
          <p:cNvPicPr preferRelativeResize="0"/>
          <p:nvPr/>
        </p:nvPicPr>
        <p:blipFill rotWithShape="1">
          <a:blip r:embed="rId2">
            <a:alphaModFix amt="60000"/>
          </a:blip>
          <a:srcRect l="39" r="29"/>
          <a:stretch/>
        </p:blipFill>
        <p:spPr>
          <a:xfrm rot="10800000" flipH="1">
            <a:off x="0" y="1"/>
            <a:ext cx="9144002" cy="5143499"/>
          </a:xfrm>
          <a:prstGeom prst="rect">
            <a:avLst/>
          </a:prstGeom>
          <a:noFill/>
          <a:ln>
            <a:noFill/>
          </a:ln>
        </p:spPr>
      </p:pic>
      <p:sp>
        <p:nvSpPr>
          <p:cNvPr id="559" name="Google Shape;559;p13"/>
          <p:cNvSpPr txBox="1">
            <a:spLocks noGrp="1"/>
          </p:cNvSpPr>
          <p:nvPr>
            <p:ph type="title" hasCustomPrompt="1"/>
          </p:nvPr>
        </p:nvSpPr>
        <p:spPr>
          <a:xfrm>
            <a:off x="817925" y="1535078"/>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0" name="Google Shape;560;p13"/>
          <p:cNvSpPr txBox="1">
            <a:spLocks noGrp="1"/>
          </p:cNvSpPr>
          <p:nvPr>
            <p:ph type="subTitle" idx="1"/>
          </p:nvPr>
        </p:nvSpPr>
        <p:spPr>
          <a:xfrm>
            <a:off x="1639675" y="1483450"/>
            <a:ext cx="2887200" cy="354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2100">
                <a:latin typeface="Aldrich"/>
                <a:ea typeface="Aldrich"/>
                <a:cs typeface="Aldrich"/>
                <a:sym typeface="Aldrich"/>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1" name="Google Shape;561;p13"/>
          <p:cNvSpPr txBox="1">
            <a:spLocks noGrp="1"/>
          </p:cNvSpPr>
          <p:nvPr>
            <p:ph type="subTitle" idx="2"/>
          </p:nvPr>
        </p:nvSpPr>
        <p:spPr>
          <a:xfrm>
            <a:off x="1639675" y="183804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2" name="Google Shape;562;p13"/>
          <p:cNvSpPr txBox="1">
            <a:spLocks noGrp="1"/>
          </p:cNvSpPr>
          <p:nvPr>
            <p:ph type="title" idx="3" hasCustomPrompt="1"/>
          </p:nvPr>
        </p:nvSpPr>
        <p:spPr>
          <a:xfrm>
            <a:off x="817925" y="254729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3" name="Google Shape;563;p13"/>
          <p:cNvSpPr txBox="1">
            <a:spLocks noGrp="1"/>
          </p:cNvSpPr>
          <p:nvPr>
            <p:ph type="subTitle" idx="4"/>
          </p:nvPr>
        </p:nvSpPr>
        <p:spPr>
          <a:xfrm>
            <a:off x="1639675" y="2497425"/>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4" name="Google Shape;564;p13"/>
          <p:cNvSpPr txBox="1">
            <a:spLocks noGrp="1"/>
          </p:cNvSpPr>
          <p:nvPr>
            <p:ph type="subTitle" idx="5"/>
          </p:nvPr>
        </p:nvSpPr>
        <p:spPr>
          <a:xfrm>
            <a:off x="1639675" y="2852015"/>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5" name="Google Shape;565;p13"/>
          <p:cNvSpPr txBox="1">
            <a:spLocks noGrp="1"/>
          </p:cNvSpPr>
          <p:nvPr>
            <p:ph type="title" idx="6" hasCustomPrompt="1"/>
          </p:nvPr>
        </p:nvSpPr>
        <p:spPr>
          <a:xfrm>
            <a:off x="817925" y="355951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6" name="Google Shape;566;p13"/>
          <p:cNvSpPr txBox="1">
            <a:spLocks noGrp="1"/>
          </p:cNvSpPr>
          <p:nvPr>
            <p:ph type="subTitle" idx="7"/>
          </p:nvPr>
        </p:nvSpPr>
        <p:spPr>
          <a:xfrm>
            <a:off x="1639675" y="351140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7" name="Google Shape;567;p13"/>
          <p:cNvSpPr txBox="1">
            <a:spLocks noGrp="1"/>
          </p:cNvSpPr>
          <p:nvPr>
            <p:ph type="subTitle" idx="8"/>
          </p:nvPr>
        </p:nvSpPr>
        <p:spPr>
          <a:xfrm>
            <a:off x="1639675" y="386599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8" name="Google Shape;568;p13"/>
          <p:cNvSpPr txBox="1">
            <a:spLocks noGrp="1"/>
          </p:cNvSpPr>
          <p:nvPr>
            <p:ph type="title" idx="9" hasCustomPrompt="1"/>
          </p:nvPr>
        </p:nvSpPr>
        <p:spPr>
          <a:xfrm>
            <a:off x="4707713" y="1535078"/>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9" name="Google Shape;569;p13"/>
          <p:cNvSpPr txBox="1">
            <a:spLocks noGrp="1"/>
          </p:cNvSpPr>
          <p:nvPr>
            <p:ph type="subTitle" idx="13"/>
          </p:nvPr>
        </p:nvSpPr>
        <p:spPr>
          <a:xfrm>
            <a:off x="5529413" y="148345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0" name="Google Shape;570;p13"/>
          <p:cNvSpPr txBox="1">
            <a:spLocks noGrp="1"/>
          </p:cNvSpPr>
          <p:nvPr>
            <p:ph type="subTitle" idx="14"/>
          </p:nvPr>
        </p:nvSpPr>
        <p:spPr>
          <a:xfrm>
            <a:off x="5529413" y="183804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1" name="Google Shape;571;p13"/>
          <p:cNvSpPr txBox="1">
            <a:spLocks noGrp="1"/>
          </p:cNvSpPr>
          <p:nvPr>
            <p:ph type="title" idx="15" hasCustomPrompt="1"/>
          </p:nvPr>
        </p:nvSpPr>
        <p:spPr>
          <a:xfrm>
            <a:off x="4707713" y="254729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72" name="Google Shape;572;p13"/>
          <p:cNvSpPr txBox="1">
            <a:spLocks noGrp="1"/>
          </p:cNvSpPr>
          <p:nvPr>
            <p:ph type="subTitle" idx="16"/>
          </p:nvPr>
        </p:nvSpPr>
        <p:spPr>
          <a:xfrm>
            <a:off x="5529413" y="2497425"/>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3" name="Google Shape;573;p13"/>
          <p:cNvSpPr txBox="1">
            <a:spLocks noGrp="1"/>
          </p:cNvSpPr>
          <p:nvPr>
            <p:ph type="subTitle" idx="17"/>
          </p:nvPr>
        </p:nvSpPr>
        <p:spPr>
          <a:xfrm>
            <a:off x="5529413" y="2852015"/>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4" name="Google Shape;574;p13"/>
          <p:cNvSpPr txBox="1">
            <a:spLocks noGrp="1"/>
          </p:cNvSpPr>
          <p:nvPr>
            <p:ph type="title" idx="18" hasCustomPrompt="1"/>
          </p:nvPr>
        </p:nvSpPr>
        <p:spPr>
          <a:xfrm>
            <a:off x="4707713" y="355951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75" name="Google Shape;575;p13"/>
          <p:cNvSpPr txBox="1">
            <a:spLocks noGrp="1"/>
          </p:cNvSpPr>
          <p:nvPr>
            <p:ph type="subTitle" idx="19"/>
          </p:nvPr>
        </p:nvSpPr>
        <p:spPr>
          <a:xfrm>
            <a:off x="5529413" y="351140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6" name="Google Shape;576;p13"/>
          <p:cNvSpPr txBox="1">
            <a:spLocks noGrp="1"/>
          </p:cNvSpPr>
          <p:nvPr>
            <p:ph type="subTitle" idx="20"/>
          </p:nvPr>
        </p:nvSpPr>
        <p:spPr>
          <a:xfrm>
            <a:off x="5529413" y="386599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7" name="Google Shape;577;p13"/>
          <p:cNvSpPr txBox="1">
            <a:spLocks noGrp="1"/>
          </p:cNvSpPr>
          <p:nvPr>
            <p:ph type="title" idx="21"/>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578" name="Google Shape;578;p13"/>
          <p:cNvGrpSpPr/>
          <p:nvPr/>
        </p:nvGrpSpPr>
        <p:grpSpPr>
          <a:xfrm>
            <a:off x="8246982" y="3753300"/>
            <a:ext cx="1039906" cy="679800"/>
            <a:chOff x="4082325" y="3790650"/>
            <a:chExt cx="1039906" cy="679800"/>
          </a:xfrm>
        </p:grpSpPr>
        <p:sp>
          <p:nvSpPr>
            <p:cNvPr id="579" name="Google Shape;579;p13"/>
            <p:cNvSpPr/>
            <p:nvPr/>
          </p:nvSpPr>
          <p:spPr>
            <a:xfrm>
              <a:off x="4082325" y="3790650"/>
              <a:ext cx="1039906" cy="94858"/>
            </a:xfrm>
            <a:custGeom>
              <a:avLst/>
              <a:gdLst/>
              <a:ahLst/>
              <a:cxnLst/>
              <a:rect l="l" t="t" r="r" b="b"/>
              <a:pathLst>
                <a:path w="15874" h="1448" fill="none" extrusionOk="0">
                  <a:moveTo>
                    <a:pt x="1" y="1"/>
                  </a:moveTo>
                  <a:cubicBezTo>
                    <a:pt x="1138" y="1"/>
                    <a:pt x="1138" y="1447"/>
                    <a:pt x="2276" y="1447"/>
                  </a:cubicBezTo>
                  <a:cubicBezTo>
                    <a:pt x="3395" y="1447"/>
                    <a:pt x="3395" y="1"/>
                    <a:pt x="4533" y="1"/>
                  </a:cubicBezTo>
                  <a:cubicBezTo>
                    <a:pt x="5671" y="1"/>
                    <a:pt x="5671" y="1447"/>
                    <a:pt x="6809" y="1447"/>
                  </a:cubicBezTo>
                  <a:cubicBezTo>
                    <a:pt x="7947" y="1447"/>
                    <a:pt x="7947" y="1"/>
                    <a:pt x="9065" y="1"/>
                  </a:cubicBezTo>
                  <a:cubicBezTo>
                    <a:pt x="10203" y="1"/>
                    <a:pt x="10203" y="1447"/>
                    <a:pt x="11341" y="1447"/>
                  </a:cubicBezTo>
                  <a:cubicBezTo>
                    <a:pt x="12479" y="1447"/>
                    <a:pt x="12479" y="1"/>
                    <a:pt x="13617" y="1"/>
                  </a:cubicBezTo>
                  <a:cubicBezTo>
                    <a:pt x="14736" y="1"/>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3"/>
            <p:cNvSpPr/>
            <p:nvPr/>
          </p:nvSpPr>
          <p:spPr>
            <a:xfrm>
              <a:off x="4082325" y="4083808"/>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3"/>
            <p:cNvSpPr/>
            <p:nvPr/>
          </p:nvSpPr>
          <p:spPr>
            <a:xfrm>
              <a:off x="4082325" y="4375657"/>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 name="Google Shape;582;p13"/>
          <p:cNvGrpSpPr/>
          <p:nvPr/>
        </p:nvGrpSpPr>
        <p:grpSpPr>
          <a:xfrm>
            <a:off x="-846423" y="4392645"/>
            <a:ext cx="1965289" cy="517060"/>
            <a:chOff x="3539975" y="3523525"/>
            <a:chExt cx="745925" cy="196250"/>
          </a:xfrm>
        </p:grpSpPr>
        <p:sp>
          <p:nvSpPr>
            <p:cNvPr id="583" name="Google Shape;583;p1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 name="Google Shape;599;p13"/>
          <p:cNvGrpSpPr/>
          <p:nvPr/>
        </p:nvGrpSpPr>
        <p:grpSpPr>
          <a:xfrm flipH="1">
            <a:off x="-3594575" y="-199329"/>
            <a:ext cx="4000413" cy="3175881"/>
            <a:chOff x="5207925" y="-1994879"/>
            <a:chExt cx="4000413" cy="3175881"/>
          </a:xfrm>
        </p:grpSpPr>
        <p:sp>
          <p:nvSpPr>
            <p:cNvPr id="600" name="Google Shape;600;p13"/>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3"/>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3"/>
            <p:cNvSpPr/>
            <p:nvPr/>
          </p:nvSpPr>
          <p:spPr>
            <a:xfrm>
              <a:off x="5207925" y="352772"/>
              <a:ext cx="96613" cy="394888"/>
            </a:xfrm>
            <a:custGeom>
              <a:avLst/>
              <a:gdLst/>
              <a:ahLst/>
              <a:cxnLst/>
              <a:rect l="l" t="t" r="r" b="b"/>
              <a:pathLst>
                <a:path w="2199" h="8988" extrusionOk="0">
                  <a:moveTo>
                    <a:pt x="0" y="0"/>
                  </a:moveTo>
                  <a:lnTo>
                    <a:pt x="0" y="8988"/>
                  </a:lnTo>
                  <a:lnTo>
                    <a:pt x="2199" y="8988"/>
                  </a:lnTo>
                  <a:lnTo>
                    <a:pt x="219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1">
  <p:cSld name="CUSTOM_7">
    <p:spTree>
      <p:nvGrpSpPr>
        <p:cNvPr id="1" name="Shape 603"/>
        <p:cNvGrpSpPr/>
        <p:nvPr/>
      </p:nvGrpSpPr>
      <p:grpSpPr>
        <a:xfrm>
          <a:off x="0" y="0"/>
          <a:ext cx="0" cy="0"/>
          <a:chOff x="0" y="0"/>
          <a:chExt cx="0" cy="0"/>
        </a:xfrm>
      </p:grpSpPr>
      <p:pic>
        <p:nvPicPr>
          <p:cNvPr id="604" name="Google Shape;604;p14"/>
          <p:cNvPicPr preferRelativeResize="0"/>
          <p:nvPr/>
        </p:nvPicPr>
        <p:blipFill rotWithShape="1">
          <a:blip r:embed="rId2">
            <a:alphaModFix amt="60000"/>
          </a:blip>
          <a:srcRect t="9" b="9"/>
          <a:stretch/>
        </p:blipFill>
        <p:spPr>
          <a:xfrm>
            <a:off x="0" y="1"/>
            <a:ext cx="9144002" cy="5143499"/>
          </a:xfrm>
          <a:prstGeom prst="rect">
            <a:avLst/>
          </a:prstGeom>
          <a:noFill/>
          <a:ln>
            <a:noFill/>
          </a:ln>
        </p:spPr>
      </p:pic>
      <p:sp>
        <p:nvSpPr>
          <p:cNvPr id="605" name="Google Shape;605;p14"/>
          <p:cNvSpPr txBox="1">
            <a:spLocks noGrp="1"/>
          </p:cNvSpPr>
          <p:nvPr>
            <p:ph type="body" idx="1"/>
          </p:nvPr>
        </p:nvSpPr>
        <p:spPr>
          <a:xfrm flipH="1">
            <a:off x="4572000" y="1687975"/>
            <a:ext cx="3856500" cy="29214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solidFill>
                  <a:schemeClr val="lt1"/>
                </a:solidFill>
              </a:defRPr>
            </a:lvl1pPr>
            <a:lvl2pPr marL="914400" lvl="1" indent="-304800" rtl="0">
              <a:spcBef>
                <a:spcPts val="0"/>
              </a:spcBef>
              <a:spcAft>
                <a:spcPts val="0"/>
              </a:spcAft>
              <a:buClr>
                <a:schemeClr val="lt1"/>
              </a:buClr>
              <a:buSzPts val="1200"/>
              <a:buChar char="○"/>
              <a:defRPr sz="1200">
                <a:solidFill>
                  <a:schemeClr val="lt1"/>
                </a:solidFill>
              </a:defRPr>
            </a:lvl2pPr>
            <a:lvl3pPr marL="1371600" lvl="2" indent="-304800" rtl="0">
              <a:spcBef>
                <a:spcPts val="0"/>
              </a:spcBef>
              <a:spcAft>
                <a:spcPts val="0"/>
              </a:spcAft>
              <a:buClr>
                <a:schemeClr val="lt1"/>
              </a:buClr>
              <a:buSzPts val="1200"/>
              <a:buChar char="■"/>
              <a:defRPr sz="1200">
                <a:solidFill>
                  <a:schemeClr val="lt1"/>
                </a:solidFill>
              </a:defRPr>
            </a:lvl3pPr>
            <a:lvl4pPr marL="1828800" lvl="3" indent="-304800" rtl="0">
              <a:spcBef>
                <a:spcPts val="0"/>
              </a:spcBef>
              <a:spcAft>
                <a:spcPts val="0"/>
              </a:spcAft>
              <a:buClr>
                <a:schemeClr val="lt1"/>
              </a:buClr>
              <a:buSzPts val="1200"/>
              <a:buChar char="●"/>
              <a:defRPr sz="1200">
                <a:solidFill>
                  <a:schemeClr val="lt1"/>
                </a:solidFill>
              </a:defRPr>
            </a:lvl4pPr>
            <a:lvl5pPr marL="2286000" lvl="4" indent="-304800" rtl="0">
              <a:spcBef>
                <a:spcPts val="0"/>
              </a:spcBef>
              <a:spcAft>
                <a:spcPts val="0"/>
              </a:spcAft>
              <a:buClr>
                <a:schemeClr val="lt1"/>
              </a:buClr>
              <a:buSzPts val="1200"/>
              <a:buChar char="○"/>
              <a:defRPr sz="1200">
                <a:solidFill>
                  <a:schemeClr val="lt1"/>
                </a:solidFill>
              </a:defRPr>
            </a:lvl5pPr>
            <a:lvl6pPr marL="2743200" lvl="5" indent="-304800" rtl="0">
              <a:spcBef>
                <a:spcPts val="0"/>
              </a:spcBef>
              <a:spcAft>
                <a:spcPts val="0"/>
              </a:spcAft>
              <a:buClr>
                <a:schemeClr val="lt1"/>
              </a:buClr>
              <a:buSzPts val="1200"/>
              <a:buChar char="■"/>
              <a:defRPr sz="1200">
                <a:solidFill>
                  <a:schemeClr val="lt1"/>
                </a:solidFill>
              </a:defRPr>
            </a:lvl6pPr>
            <a:lvl7pPr marL="3200400" lvl="6" indent="-304800" rtl="0">
              <a:spcBef>
                <a:spcPts val="0"/>
              </a:spcBef>
              <a:spcAft>
                <a:spcPts val="0"/>
              </a:spcAft>
              <a:buClr>
                <a:schemeClr val="lt1"/>
              </a:buClr>
              <a:buSzPts val="1200"/>
              <a:buChar char="●"/>
              <a:defRPr sz="1200">
                <a:solidFill>
                  <a:schemeClr val="lt1"/>
                </a:solidFill>
              </a:defRPr>
            </a:lvl7pPr>
            <a:lvl8pPr marL="3657600" lvl="7" indent="-304800" rtl="0">
              <a:spcBef>
                <a:spcPts val="0"/>
              </a:spcBef>
              <a:spcAft>
                <a:spcPts val="0"/>
              </a:spcAft>
              <a:buClr>
                <a:schemeClr val="lt1"/>
              </a:buClr>
              <a:buSzPts val="1200"/>
              <a:buChar char="○"/>
              <a:defRPr sz="1200">
                <a:solidFill>
                  <a:schemeClr val="lt1"/>
                </a:solidFill>
              </a:defRPr>
            </a:lvl8pPr>
            <a:lvl9pPr marL="4114800" lvl="8" indent="-304800" rtl="0">
              <a:spcBef>
                <a:spcPts val="0"/>
              </a:spcBef>
              <a:spcAft>
                <a:spcPts val="0"/>
              </a:spcAft>
              <a:buClr>
                <a:schemeClr val="lt1"/>
              </a:buClr>
              <a:buSzPts val="1200"/>
              <a:buChar char="■"/>
              <a:defRPr sz="1200">
                <a:solidFill>
                  <a:schemeClr val="lt1"/>
                </a:solidFill>
              </a:defRPr>
            </a:lvl9pPr>
          </a:lstStyle>
          <a:p>
            <a:endParaRPr/>
          </a:p>
        </p:txBody>
      </p:sp>
      <p:sp>
        <p:nvSpPr>
          <p:cNvPr id="606" name="Google Shape;606;p14"/>
          <p:cNvSpPr txBox="1">
            <a:spLocks noGrp="1"/>
          </p:cNvSpPr>
          <p:nvPr>
            <p:ph type="body" idx="2"/>
          </p:nvPr>
        </p:nvSpPr>
        <p:spPr>
          <a:xfrm flipH="1">
            <a:off x="715500" y="1687975"/>
            <a:ext cx="3856500" cy="29214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solidFill>
                  <a:schemeClr val="lt1"/>
                </a:solidFill>
              </a:defRPr>
            </a:lvl1pPr>
            <a:lvl2pPr marL="914400" lvl="1" indent="-304800" rtl="0">
              <a:spcBef>
                <a:spcPts val="0"/>
              </a:spcBef>
              <a:spcAft>
                <a:spcPts val="0"/>
              </a:spcAft>
              <a:buClr>
                <a:schemeClr val="lt1"/>
              </a:buClr>
              <a:buSzPts val="1200"/>
              <a:buChar char="○"/>
              <a:defRPr sz="1200">
                <a:solidFill>
                  <a:schemeClr val="lt1"/>
                </a:solidFill>
              </a:defRPr>
            </a:lvl2pPr>
            <a:lvl3pPr marL="1371600" lvl="2" indent="-304800" rtl="0">
              <a:spcBef>
                <a:spcPts val="0"/>
              </a:spcBef>
              <a:spcAft>
                <a:spcPts val="0"/>
              </a:spcAft>
              <a:buClr>
                <a:schemeClr val="lt1"/>
              </a:buClr>
              <a:buSzPts val="1200"/>
              <a:buChar char="■"/>
              <a:defRPr sz="1200">
                <a:solidFill>
                  <a:schemeClr val="lt1"/>
                </a:solidFill>
              </a:defRPr>
            </a:lvl3pPr>
            <a:lvl4pPr marL="1828800" lvl="3" indent="-304800" rtl="0">
              <a:spcBef>
                <a:spcPts val="0"/>
              </a:spcBef>
              <a:spcAft>
                <a:spcPts val="0"/>
              </a:spcAft>
              <a:buClr>
                <a:schemeClr val="lt1"/>
              </a:buClr>
              <a:buSzPts val="1200"/>
              <a:buChar char="●"/>
              <a:defRPr sz="1200">
                <a:solidFill>
                  <a:schemeClr val="lt1"/>
                </a:solidFill>
              </a:defRPr>
            </a:lvl4pPr>
            <a:lvl5pPr marL="2286000" lvl="4" indent="-304800" rtl="0">
              <a:spcBef>
                <a:spcPts val="0"/>
              </a:spcBef>
              <a:spcAft>
                <a:spcPts val="0"/>
              </a:spcAft>
              <a:buClr>
                <a:schemeClr val="lt1"/>
              </a:buClr>
              <a:buSzPts val="1200"/>
              <a:buChar char="○"/>
              <a:defRPr sz="1200">
                <a:solidFill>
                  <a:schemeClr val="lt1"/>
                </a:solidFill>
              </a:defRPr>
            </a:lvl5pPr>
            <a:lvl6pPr marL="2743200" lvl="5" indent="-304800" rtl="0">
              <a:spcBef>
                <a:spcPts val="0"/>
              </a:spcBef>
              <a:spcAft>
                <a:spcPts val="0"/>
              </a:spcAft>
              <a:buClr>
                <a:schemeClr val="lt1"/>
              </a:buClr>
              <a:buSzPts val="1200"/>
              <a:buChar char="■"/>
              <a:defRPr sz="1200">
                <a:solidFill>
                  <a:schemeClr val="lt1"/>
                </a:solidFill>
              </a:defRPr>
            </a:lvl6pPr>
            <a:lvl7pPr marL="3200400" lvl="6" indent="-304800" rtl="0">
              <a:spcBef>
                <a:spcPts val="0"/>
              </a:spcBef>
              <a:spcAft>
                <a:spcPts val="0"/>
              </a:spcAft>
              <a:buClr>
                <a:schemeClr val="lt1"/>
              </a:buClr>
              <a:buSzPts val="1200"/>
              <a:buChar char="●"/>
              <a:defRPr sz="1200">
                <a:solidFill>
                  <a:schemeClr val="lt1"/>
                </a:solidFill>
              </a:defRPr>
            </a:lvl7pPr>
            <a:lvl8pPr marL="3657600" lvl="7" indent="-304800" rtl="0">
              <a:spcBef>
                <a:spcPts val="0"/>
              </a:spcBef>
              <a:spcAft>
                <a:spcPts val="0"/>
              </a:spcAft>
              <a:buClr>
                <a:schemeClr val="lt1"/>
              </a:buClr>
              <a:buSzPts val="1200"/>
              <a:buChar char="○"/>
              <a:defRPr sz="1200">
                <a:solidFill>
                  <a:schemeClr val="lt1"/>
                </a:solidFill>
              </a:defRPr>
            </a:lvl8pPr>
            <a:lvl9pPr marL="4114800" lvl="8" indent="-304800" rtl="0">
              <a:spcBef>
                <a:spcPts val="0"/>
              </a:spcBef>
              <a:spcAft>
                <a:spcPts val="0"/>
              </a:spcAft>
              <a:buClr>
                <a:schemeClr val="lt1"/>
              </a:buClr>
              <a:buSzPts val="1200"/>
              <a:buChar char="■"/>
              <a:defRPr sz="1200">
                <a:solidFill>
                  <a:schemeClr val="lt1"/>
                </a:solidFill>
              </a:defRPr>
            </a:lvl9pPr>
          </a:lstStyle>
          <a:p>
            <a:endParaRPr/>
          </a:p>
        </p:txBody>
      </p:sp>
      <p:sp>
        <p:nvSpPr>
          <p:cNvPr id="607" name="Google Shape;607;p14"/>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608" name="Google Shape;608;p14"/>
          <p:cNvGrpSpPr/>
          <p:nvPr/>
        </p:nvGrpSpPr>
        <p:grpSpPr>
          <a:xfrm>
            <a:off x="391864" y="4078670"/>
            <a:ext cx="289170" cy="284718"/>
            <a:chOff x="426000" y="3302025"/>
            <a:chExt cx="220875" cy="217475"/>
          </a:xfrm>
        </p:grpSpPr>
        <p:sp>
          <p:nvSpPr>
            <p:cNvPr id="609" name="Google Shape;609;p1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four columns 1">
  <p:cSld name="CUSTOM_1_1_1_1_1_2">
    <p:spTree>
      <p:nvGrpSpPr>
        <p:cNvPr id="1" name="Shape 611"/>
        <p:cNvGrpSpPr/>
        <p:nvPr/>
      </p:nvGrpSpPr>
      <p:grpSpPr>
        <a:xfrm>
          <a:off x="0" y="0"/>
          <a:ext cx="0" cy="0"/>
          <a:chOff x="0" y="0"/>
          <a:chExt cx="0" cy="0"/>
        </a:xfrm>
      </p:grpSpPr>
      <p:pic>
        <p:nvPicPr>
          <p:cNvPr id="612" name="Google Shape;612;p15"/>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613" name="Google Shape;613;p15"/>
          <p:cNvSpPr txBox="1">
            <a:spLocks noGrp="1"/>
          </p:cNvSpPr>
          <p:nvPr>
            <p:ph type="subTitle" idx="1"/>
          </p:nvPr>
        </p:nvSpPr>
        <p:spPr>
          <a:xfrm>
            <a:off x="5509997" y="3018746"/>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4" name="Google Shape;614;p15"/>
          <p:cNvSpPr txBox="1">
            <a:spLocks noGrp="1"/>
          </p:cNvSpPr>
          <p:nvPr>
            <p:ph type="subTitle" idx="2"/>
          </p:nvPr>
        </p:nvSpPr>
        <p:spPr>
          <a:xfrm>
            <a:off x="5509984" y="3411654"/>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5" name="Google Shape;615;p15"/>
          <p:cNvSpPr txBox="1">
            <a:spLocks noGrp="1"/>
          </p:cNvSpPr>
          <p:nvPr>
            <p:ph type="subTitle" idx="3"/>
          </p:nvPr>
        </p:nvSpPr>
        <p:spPr>
          <a:xfrm>
            <a:off x="2027671" y="3018746"/>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6" name="Google Shape;616;p15"/>
          <p:cNvSpPr txBox="1">
            <a:spLocks noGrp="1"/>
          </p:cNvSpPr>
          <p:nvPr>
            <p:ph type="subTitle" idx="4"/>
          </p:nvPr>
        </p:nvSpPr>
        <p:spPr>
          <a:xfrm>
            <a:off x="2027646" y="3411654"/>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7" name="Google Shape;617;p15"/>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618" name="Google Shape;618;p15"/>
          <p:cNvGrpSpPr/>
          <p:nvPr/>
        </p:nvGrpSpPr>
        <p:grpSpPr>
          <a:xfrm>
            <a:off x="391864" y="4078670"/>
            <a:ext cx="289170" cy="284718"/>
            <a:chOff x="426000" y="3302025"/>
            <a:chExt cx="220875" cy="217475"/>
          </a:xfrm>
        </p:grpSpPr>
        <p:sp>
          <p:nvSpPr>
            <p:cNvPr id="619" name="Google Shape;619;p15"/>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5"/>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 name="Google Shape;621;p15"/>
          <p:cNvGrpSpPr/>
          <p:nvPr/>
        </p:nvGrpSpPr>
        <p:grpSpPr>
          <a:xfrm>
            <a:off x="357713" y="1439175"/>
            <a:ext cx="357454" cy="956304"/>
            <a:chOff x="357713" y="600975"/>
            <a:chExt cx="357454" cy="956304"/>
          </a:xfrm>
        </p:grpSpPr>
        <p:sp>
          <p:nvSpPr>
            <p:cNvPr id="622" name="Google Shape;622;p15"/>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5"/>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5"/>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5"/>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 name="Google Shape;626;p15"/>
          <p:cNvGrpSpPr/>
          <p:nvPr/>
        </p:nvGrpSpPr>
        <p:grpSpPr>
          <a:xfrm>
            <a:off x="4216658" y="4528371"/>
            <a:ext cx="793256" cy="182899"/>
            <a:chOff x="2685575" y="2835950"/>
            <a:chExt cx="433000" cy="99825"/>
          </a:xfrm>
        </p:grpSpPr>
        <p:sp>
          <p:nvSpPr>
            <p:cNvPr id="627" name="Google Shape;627;p15"/>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5"/>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5"/>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5"/>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 name="Google Shape;631;p15"/>
          <p:cNvGrpSpPr/>
          <p:nvPr/>
        </p:nvGrpSpPr>
        <p:grpSpPr>
          <a:xfrm>
            <a:off x="7786565" y="4346720"/>
            <a:ext cx="1965289" cy="517060"/>
            <a:chOff x="3539975" y="3523525"/>
            <a:chExt cx="745925" cy="196250"/>
          </a:xfrm>
        </p:grpSpPr>
        <p:sp>
          <p:nvSpPr>
            <p:cNvPr id="632" name="Google Shape;632;p15"/>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5"/>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5"/>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5"/>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5"/>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5"/>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5"/>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5"/>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5"/>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5"/>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5"/>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5"/>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5"/>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5"/>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5"/>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5"/>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48" name="Google Shape;648;p15"/>
          <p:cNvPicPr preferRelativeResize="0"/>
          <p:nvPr/>
        </p:nvPicPr>
        <p:blipFill rotWithShape="1">
          <a:blip r:embed="rId3">
            <a:alphaModFix/>
          </a:blip>
          <a:srcRect l="228" r="238"/>
          <a:stretch/>
        </p:blipFill>
        <p:spPr>
          <a:xfrm rot="10800000" flipH="1">
            <a:off x="6828749" y="-445753"/>
            <a:ext cx="9353213" cy="2681250"/>
          </a:xfrm>
          <a:prstGeom prst="rect">
            <a:avLst/>
          </a:prstGeom>
          <a:noFill/>
          <a:ln>
            <a:noFill/>
          </a:ln>
        </p:spPr>
      </p:pic>
      <p:sp>
        <p:nvSpPr>
          <p:cNvPr id="649" name="Google Shape;649;p15"/>
          <p:cNvSpPr txBox="1">
            <a:spLocks noGrp="1"/>
          </p:cNvSpPr>
          <p:nvPr>
            <p:ph type="subTitle" idx="5"/>
          </p:nvPr>
        </p:nvSpPr>
        <p:spPr>
          <a:xfrm>
            <a:off x="5509997" y="1585321"/>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50" name="Google Shape;650;p15"/>
          <p:cNvSpPr txBox="1">
            <a:spLocks noGrp="1"/>
          </p:cNvSpPr>
          <p:nvPr>
            <p:ph type="subTitle" idx="6"/>
          </p:nvPr>
        </p:nvSpPr>
        <p:spPr>
          <a:xfrm>
            <a:off x="5509984" y="1978229"/>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51" name="Google Shape;651;p15"/>
          <p:cNvSpPr txBox="1">
            <a:spLocks noGrp="1"/>
          </p:cNvSpPr>
          <p:nvPr>
            <p:ph type="subTitle" idx="7"/>
          </p:nvPr>
        </p:nvSpPr>
        <p:spPr>
          <a:xfrm>
            <a:off x="2027671" y="1585321"/>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52" name="Google Shape;652;p15"/>
          <p:cNvSpPr txBox="1">
            <a:spLocks noGrp="1"/>
          </p:cNvSpPr>
          <p:nvPr>
            <p:ph type="subTitle" idx="8"/>
          </p:nvPr>
        </p:nvSpPr>
        <p:spPr>
          <a:xfrm>
            <a:off x="2027646" y="1978229"/>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hree columns">
  <p:cSld name="CUSTOM_1">
    <p:spTree>
      <p:nvGrpSpPr>
        <p:cNvPr id="1" name="Shape 653"/>
        <p:cNvGrpSpPr/>
        <p:nvPr/>
      </p:nvGrpSpPr>
      <p:grpSpPr>
        <a:xfrm>
          <a:off x="0" y="0"/>
          <a:ext cx="0" cy="0"/>
          <a:chOff x="0" y="0"/>
          <a:chExt cx="0" cy="0"/>
        </a:xfrm>
      </p:grpSpPr>
      <p:pic>
        <p:nvPicPr>
          <p:cNvPr id="654" name="Google Shape;654;p16"/>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655" name="Google Shape;655;p16"/>
          <p:cNvSpPr txBox="1">
            <a:spLocks noGrp="1"/>
          </p:cNvSpPr>
          <p:nvPr>
            <p:ph type="subTitle" idx="1"/>
          </p:nvPr>
        </p:nvSpPr>
        <p:spPr>
          <a:xfrm>
            <a:off x="3256861" y="1320575"/>
            <a:ext cx="2204400" cy="4434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2100">
                <a:latin typeface="Aldrich"/>
                <a:ea typeface="Aldrich"/>
                <a:cs typeface="Aldrich"/>
                <a:sym typeface="Aldrich"/>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6" name="Google Shape;656;p16"/>
          <p:cNvSpPr txBox="1">
            <a:spLocks noGrp="1"/>
          </p:cNvSpPr>
          <p:nvPr>
            <p:ph type="subTitle" idx="2"/>
          </p:nvPr>
        </p:nvSpPr>
        <p:spPr>
          <a:xfrm>
            <a:off x="3256856" y="1785026"/>
            <a:ext cx="3280200" cy="48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7" name="Google Shape;657;p16"/>
          <p:cNvSpPr txBox="1">
            <a:spLocks noGrp="1"/>
          </p:cNvSpPr>
          <p:nvPr>
            <p:ph type="subTitle" idx="3"/>
          </p:nvPr>
        </p:nvSpPr>
        <p:spPr>
          <a:xfrm>
            <a:off x="3256861" y="2435975"/>
            <a:ext cx="2204400" cy="443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8" name="Google Shape;658;p16"/>
          <p:cNvSpPr txBox="1">
            <a:spLocks noGrp="1"/>
          </p:cNvSpPr>
          <p:nvPr>
            <p:ph type="subTitle" idx="4"/>
          </p:nvPr>
        </p:nvSpPr>
        <p:spPr>
          <a:xfrm>
            <a:off x="3256856" y="2900426"/>
            <a:ext cx="3280200" cy="48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9" name="Google Shape;659;p16"/>
          <p:cNvSpPr txBox="1">
            <a:spLocks noGrp="1"/>
          </p:cNvSpPr>
          <p:nvPr>
            <p:ph type="subTitle" idx="5"/>
          </p:nvPr>
        </p:nvSpPr>
        <p:spPr>
          <a:xfrm>
            <a:off x="3256861" y="3551375"/>
            <a:ext cx="2204400" cy="443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0" name="Google Shape;660;p16"/>
          <p:cNvSpPr txBox="1">
            <a:spLocks noGrp="1"/>
          </p:cNvSpPr>
          <p:nvPr>
            <p:ph type="subTitle" idx="6"/>
          </p:nvPr>
        </p:nvSpPr>
        <p:spPr>
          <a:xfrm>
            <a:off x="3256856" y="4015826"/>
            <a:ext cx="3280200" cy="48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1" name="Google Shape;661;p16"/>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662" name="Google Shape;662;p16"/>
          <p:cNvGrpSpPr/>
          <p:nvPr/>
        </p:nvGrpSpPr>
        <p:grpSpPr>
          <a:xfrm flipH="1">
            <a:off x="-760312" y="4088195"/>
            <a:ext cx="1965289" cy="517060"/>
            <a:chOff x="3539975" y="3523525"/>
            <a:chExt cx="745925" cy="196250"/>
          </a:xfrm>
        </p:grpSpPr>
        <p:sp>
          <p:nvSpPr>
            <p:cNvPr id="663" name="Google Shape;663;p16"/>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6"/>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6"/>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6"/>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16"/>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16"/>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16"/>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16"/>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6"/>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6"/>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16"/>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6"/>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16"/>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6"/>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 name="Google Shape;679;p16"/>
          <p:cNvGrpSpPr/>
          <p:nvPr/>
        </p:nvGrpSpPr>
        <p:grpSpPr>
          <a:xfrm>
            <a:off x="743688" y="1615450"/>
            <a:ext cx="357454" cy="956304"/>
            <a:chOff x="357713" y="600975"/>
            <a:chExt cx="357454" cy="956304"/>
          </a:xfrm>
        </p:grpSpPr>
        <p:sp>
          <p:nvSpPr>
            <p:cNvPr id="680" name="Google Shape;680;p16"/>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6"/>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6"/>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6"/>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hree columns 3">
  <p:cSld name="CUSTOM_1_1_1_1">
    <p:spTree>
      <p:nvGrpSpPr>
        <p:cNvPr id="1" name="Shape 715"/>
        <p:cNvGrpSpPr/>
        <p:nvPr/>
      </p:nvGrpSpPr>
      <p:grpSpPr>
        <a:xfrm>
          <a:off x="0" y="0"/>
          <a:ext cx="0" cy="0"/>
          <a:chOff x="0" y="0"/>
          <a:chExt cx="0" cy="0"/>
        </a:xfrm>
      </p:grpSpPr>
      <p:pic>
        <p:nvPicPr>
          <p:cNvPr id="716" name="Google Shape;716;p18"/>
          <p:cNvPicPr preferRelativeResize="0"/>
          <p:nvPr/>
        </p:nvPicPr>
        <p:blipFill rotWithShape="1">
          <a:blip r:embed="rId2">
            <a:alphaModFix amt="60000"/>
          </a:blip>
          <a:srcRect t="9" b="9"/>
          <a:stretch/>
        </p:blipFill>
        <p:spPr>
          <a:xfrm>
            <a:off x="0" y="1"/>
            <a:ext cx="9144002" cy="5143499"/>
          </a:xfrm>
          <a:prstGeom prst="rect">
            <a:avLst/>
          </a:prstGeom>
          <a:noFill/>
          <a:ln>
            <a:noFill/>
          </a:ln>
        </p:spPr>
      </p:pic>
      <p:sp>
        <p:nvSpPr>
          <p:cNvPr id="717" name="Google Shape;717;p18"/>
          <p:cNvSpPr txBox="1">
            <a:spLocks noGrp="1"/>
          </p:cNvSpPr>
          <p:nvPr>
            <p:ph type="subTitle" idx="1"/>
          </p:nvPr>
        </p:nvSpPr>
        <p:spPr>
          <a:xfrm>
            <a:off x="3431104" y="2569860"/>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18" name="Google Shape;718;p18"/>
          <p:cNvSpPr txBox="1">
            <a:spLocks noGrp="1"/>
          </p:cNvSpPr>
          <p:nvPr>
            <p:ph type="subTitle" idx="2"/>
          </p:nvPr>
        </p:nvSpPr>
        <p:spPr>
          <a:xfrm>
            <a:off x="3431096" y="3096475"/>
            <a:ext cx="2281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19" name="Google Shape;719;p18"/>
          <p:cNvSpPr txBox="1">
            <a:spLocks noGrp="1"/>
          </p:cNvSpPr>
          <p:nvPr>
            <p:ph type="subTitle" idx="3"/>
          </p:nvPr>
        </p:nvSpPr>
        <p:spPr>
          <a:xfrm>
            <a:off x="5846645" y="1960260"/>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0" name="Google Shape;720;p18"/>
          <p:cNvSpPr txBox="1">
            <a:spLocks noGrp="1"/>
          </p:cNvSpPr>
          <p:nvPr>
            <p:ph type="subTitle" idx="4"/>
          </p:nvPr>
        </p:nvSpPr>
        <p:spPr>
          <a:xfrm>
            <a:off x="5846637" y="2486875"/>
            <a:ext cx="2281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1" name="Google Shape;721;p18"/>
          <p:cNvSpPr txBox="1">
            <a:spLocks noGrp="1"/>
          </p:cNvSpPr>
          <p:nvPr>
            <p:ph type="subTitle" idx="5"/>
          </p:nvPr>
        </p:nvSpPr>
        <p:spPr>
          <a:xfrm>
            <a:off x="1015564" y="3179460"/>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2" name="Google Shape;722;p18"/>
          <p:cNvSpPr txBox="1">
            <a:spLocks noGrp="1"/>
          </p:cNvSpPr>
          <p:nvPr>
            <p:ph type="subTitle" idx="6"/>
          </p:nvPr>
        </p:nvSpPr>
        <p:spPr>
          <a:xfrm>
            <a:off x="1015555" y="3706075"/>
            <a:ext cx="2281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3" name="Google Shape;723;p18"/>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724" name="Google Shape;724;p18"/>
          <p:cNvPicPr preferRelativeResize="0"/>
          <p:nvPr/>
        </p:nvPicPr>
        <p:blipFill rotWithShape="1">
          <a:blip r:embed="rId3">
            <a:alphaModFix/>
          </a:blip>
          <a:srcRect l="228" r="238"/>
          <a:stretch/>
        </p:blipFill>
        <p:spPr>
          <a:xfrm flipH="1">
            <a:off x="978641" y="3755650"/>
            <a:ext cx="9353213" cy="2681250"/>
          </a:xfrm>
          <a:prstGeom prst="rect">
            <a:avLst/>
          </a:prstGeom>
          <a:noFill/>
          <a:ln>
            <a:noFill/>
          </a:ln>
        </p:spPr>
      </p:pic>
      <p:grpSp>
        <p:nvGrpSpPr>
          <p:cNvPr id="725" name="Google Shape;725;p18"/>
          <p:cNvGrpSpPr/>
          <p:nvPr/>
        </p:nvGrpSpPr>
        <p:grpSpPr>
          <a:xfrm flipH="1">
            <a:off x="8437331" y="1819645"/>
            <a:ext cx="283332" cy="284718"/>
            <a:chOff x="423709" y="3302025"/>
            <a:chExt cx="216416" cy="217475"/>
          </a:xfrm>
        </p:grpSpPr>
        <p:sp>
          <p:nvSpPr>
            <p:cNvPr id="726" name="Google Shape;726;p18"/>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18"/>
            <p:cNvSpPr/>
            <p:nvPr/>
          </p:nvSpPr>
          <p:spPr>
            <a:xfrm>
              <a:off x="423709"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 name="Google Shape;728;p18"/>
          <p:cNvGrpSpPr/>
          <p:nvPr/>
        </p:nvGrpSpPr>
        <p:grpSpPr>
          <a:xfrm flipH="1">
            <a:off x="-1085251" y="4215195"/>
            <a:ext cx="1965289" cy="517060"/>
            <a:chOff x="3539975" y="3523525"/>
            <a:chExt cx="745925" cy="196250"/>
          </a:xfrm>
        </p:grpSpPr>
        <p:sp>
          <p:nvSpPr>
            <p:cNvPr id="729" name="Google Shape;729;p18"/>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18"/>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8"/>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8"/>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8"/>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8"/>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8"/>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8"/>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18"/>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8"/>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8"/>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8"/>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18"/>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8"/>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8"/>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8"/>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5" name="Google Shape;745;p18"/>
          <p:cNvSpPr/>
          <p:nvPr/>
        </p:nvSpPr>
        <p:spPr>
          <a:xfrm flipH="1">
            <a:off x="6597336" y="386358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6" name="Google Shape;746;p18"/>
          <p:cNvPicPr preferRelativeResize="0"/>
          <p:nvPr/>
        </p:nvPicPr>
        <p:blipFill>
          <a:blip r:embed="rId4">
            <a:alphaModFix/>
          </a:blip>
          <a:stretch>
            <a:fillRect/>
          </a:stretch>
        </p:blipFill>
        <p:spPr>
          <a:xfrm flipH="1">
            <a:off x="-1470224" y="1121525"/>
            <a:ext cx="2527512" cy="268125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hree columns 4">
  <p:cSld name="CUSTOM_1_1_1_1_1_1">
    <p:spTree>
      <p:nvGrpSpPr>
        <p:cNvPr id="1" name="Shape 747"/>
        <p:cNvGrpSpPr/>
        <p:nvPr/>
      </p:nvGrpSpPr>
      <p:grpSpPr>
        <a:xfrm>
          <a:off x="0" y="0"/>
          <a:ext cx="0" cy="0"/>
          <a:chOff x="0" y="0"/>
          <a:chExt cx="0" cy="0"/>
        </a:xfrm>
      </p:grpSpPr>
      <p:pic>
        <p:nvPicPr>
          <p:cNvPr id="748" name="Google Shape;748;p19"/>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749" name="Google Shape;749;p19"/>
          <p:cNvSpPr txBox="1">
            <a:spLocks noGrp="1"/>
          </p:cNvSpPr>
          <p:nvPr>
            <p:ph type="subTitle" idx="1"/>
          </p:nvPr>
        </p:nvSpPr>
        <p:spPr>
          <a:xfrm flipH="1">
            <a:off x="1015575" y="2918093"/>
            <a:ext cx="2281800" cy="35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0" name="Google Shape;750;p19"/>
          <p:cNvSpPr txBox="1">
            <a:spLocks noGrp="1"/>
          </p:cNvSpPr>
          <p:nvPr>
            <p:ph type="subTitle" idx="2"/>
          </p:nvPr>
        </p:nvSpPr>
        <p:spPr>
          <a:xfrm>
            <a:off x="3431088" y="3405290"/>
            <a:ext cx="2281800" cy="47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1" name="Google Shape;751;p19"/>
          <p:cNvSpPr txBox="1">
            <a:spLocks noGrp="1"/>
          </p:cNvSpPr>
          <p:nvPr>
            <p:ph type="subTitle" idx="3"/>
          </p:nvPr>
        </p:nvSpPr>
        <p:spPr>
          <a:xfrm>
            <a:off x="5846652" y="2918093"/>
            <a:ext cx="2281800" cy="35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2" name="Google Shape;752;p19"/>
          <p:cNvSpPr txBox="1">
            <a:spLocks noGrp="1"/>
          </p:cNvSpPr>
          <p:nvPr>
            <p:ph type="subTitle" idx="4"/>
          </p:nvPr>
        </p:nvSpPr>
        <p:spPr>
          <a:xfrm>
            <a:off x="5846625" y="3405290"/>
            <a:ext cx="2281800" cy="47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3" name="Google Shape;753;p19"/>
          <p:cNvSpPr txBox="1">
            <a:spLocks noGrp="1"/>
          </p:cNvSpPr>
          <p:nvPr>
            <p:ph type="subTitle" idx="5"/>
          </p:nvPr>
        </p:nvSpPr>
        <p:spPr>
          <a:xfrm flipH="1">
            <a:off x="3431114" y="2918093"/>
            <a:ext cx="2281800" cy="35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4" name="Google Shape;754;p19"/>
          <p:cNvSpPr txBox="1">
            <a:spLocks noGrp="1"/>
          </p:cNvSpPr>
          <p:nvPr>
            <p:ph type="subTitle" idx="6"/>
          </p:nvPr>
        </p:nvSpPr>
        <p:spPr>
          <a:xfrm>
            <a:off x="1015550" y="3405290"/>
            <a:ext cx="2281800" cy="47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5" name="Google Shape;755;p19"/>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756" name="Google Shape;756;p19"/>
          <p:cNvPicPr preferRelativeResize="0"/>
          <p:nvPr/>
        </p:nvPicPr>
        <p:blipFill rotWithShape="1">
          <a:blip r:embed="rId3">
            <a:alphaModFix/>
          </a:blip>
          <a:srcRect l="228" r="238"/>
          <a:stretch/>
        </p:blipFill>
        <p:spPr>
          <a:xfrm>
            <a:off x="-1" y="3789475"/>
            <a:ext cx="9353213" cy="2681250"/>
          </a:xfrm>
          <a:prstGeom prst="rect">
            <a:avLst/>
          </a:prstGeom>
          <a:noFill/>
          <a:ln>
            <a:noFill/>
          </a:ln>
        </p:spPr>
      </p:pic>
      <p:grpSp>
        <p:nvGrpSpPr>
          <p:cNvPr id="757" name="Google Shape;757;p19"/>
          <p:cNvGrpSpPr/>
          <p:nvPr/>
        </p:nvGrpSpPr>
        <p:grpSpPr>
          <a:xfrm>
            <a:off x="391864" y="3850070"/>
            <a:ext cx="289170" cy="284718"/>
            <a:chOff x="426000" y="3302025"/>
            <a:chExt cx="220875" cy="217475"/>
          </a:xfrm>
        </p:grpSpPr>
        <p:sp>
          <p:nvSpPr>
            <p:cNvPr id="758" name="Google Shape;758;p19"/>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19"/>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 name="Google Shape;760;p19"/>
          <p:cNvGrpSpPr/>
          <p:nvPr/>
        </p:nvGrpSpPr>
        <p:grpSpPr>
          <a:xfrm>
            <a:off x="357713" y="1134375"/>
            <a:ext cx="357454" cy="956304"/>
            <a:chOff x="357713" y="600975"/>
            <a:chExt cx="357454" cy="956304"/>
          </a:xfrm>
        </p:grpSpPr>
        <p:sp>
          <p:nvSpPr>
            <p:cNvPr id="761" name="Google Shape;761;p19"/>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19"/>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19"/>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19"/>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 name="Google Shape;765;p19"/>
          <p:cNvGrpSpPr/>
          <p:nvPr/>
        </p:nvGrpSpPr>
        <p:grpSpPr>
          <a:xfrm>
            <a:off x="8043515" y="4161120"/>
            <a:ext cx="1965289" cy="517060"/>
            <a:chOff x="3539975" y="3523525"/>
            <a:chExt cx="745925" cy="196250"/>
          </a:xfrm>
        </p:grpSpPr>
        <p:sp>
          <p:nvSpPr>
            <p:cNvPr id="766" name="Google Shape;766;p19"/>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19"/>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9"/>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9"/>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9"/>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19"/>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19"/>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19"/>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9"/>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9"/>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9"/>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19"/>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19"/>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19"/>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9"/>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9"/>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2" name="Google Shape;782;p19"/>
          <p:cNvSpPr/>
          <p:nvPr/>
        </p:nvSpPr>
        <p:spPr>
          <a:xfrm>
            <a:off x="437788" y="2516210"/>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Numbers and text">
  <p:cSld name="CUSTOM_1_2">
    <p:spTree>
      <p:nvGrpSpPr>
        <p:cNvPr id="1" name="Shape 783"/>
        <p:cNvGrpSpPr/>
        <p:nvPr/>
      </p:nvGrpSpPr>
      <p:grpSpPr>
        <a:xfrm>
          <a:off x="0" y="0"/>
          <a:ext cx="0" cy="0"/>
          <a:chOff x="0" y="0"/>
          <a:chExt cx="0" cy="0"/>
        </a:xfrm>
      </p:grpSpPr>
      <p:pic>
        <p:nvPicPr>
          <p:cNvPr id="784" name="Google Shape;784;p20"/>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785" name="Google Shape;785;p20"/>
          <p:cNvSpPr txBox="1">
            <a:spLocks noGrp="1"/>
          </p:cNvSpPr>
          <p:nvPr>
            <p:ph type="subTitle" idx="1"/>
          </p:nvPr>
        </p:nvSpPr>
        <p:spPr>
          <a:xfrm>
            <a:off x="2365650" y="1194563"/>
            <a:ext cx="4412700" cy="546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86" name="Google Shape;786;p20"/>
          <p:cNvSpPr txBox="1">
            <a:spLocks noGrp="1"/>
          </p:cNvSpPr>
          <p:nvPr>
            <p:ph type="subTitle" idx="2"/>
          </p:nvPr>
        </p:nvSpPr>
        <p:spPr>
          <a:xfrm>
            <a:off x="2365650" y="2610875"/>
            <a:ext cx="4412700" cy="546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87" name="Google Shape;787;p20"/>
          <p:cNvSpPr txBox="1">
            <a:spLocks noGrp="1"/>
          </p:cNvSpPr>
          <p:nvPr>
            <p:ph type="subTitle" idx="3"/>
          </p:nvPr>
        </p:nvSpPr>
        <p:spPr>
          <a:xfrm>
            <a:off x="2365650" y="4027188"/>
            <a:ext cx="4412700" cy="546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grpSp>
        <p:nvGrpSpPr>
          <p:cNvPr id="788" name="Google Shape;788;p20"/>
          <p:cNvGrpSpPr/>
          <p:nvPr/>
        </p:nvGrpSpPr>
        <p:grpSpPr>
          <a:xfrm flipH="1">
            <a:off x="-760312" y="4088195"/>
            <a:ext cx="1965289" cy="517060"/>
            <a:chOff x="3539975" y="3523525"/>
            <a:chExt cx="745925" cy="196250"/>
          </a:xfrm>
        </p:grpSpPr>
        <p:sp>
          <p:nvSpPr>
            <p:cNvPr id="789" name="Google Shape;789;p20"/>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20"/>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0"/>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0"/>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0"/>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0"/>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0"/>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0"/>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0"/>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0"/>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0"/>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0"/>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0"/>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0"/>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0"/>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0"/>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 name="Google Shape;805;p20"/>
          <p:cNvGrpSpPr/>
          <p:nvPr/>
        </p:nvGrpSpPr>
        <p:grpSpPr>
          <a:xfrm>
            <a:off x="743688" y="1615450"/>
            <a:ext cx="357454" cy="956304"/>
            <a:chOff x="357713" y="600975"/>
            <a:chExt cx="357454" cy="956304"/>
          </a:xfrm>
        </p:grpSpPr>
        <p:sp>
          <p:nvSpPr>
            <p:cNvPr id="806" name="Google Shape;806;p20"/>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0" name="Google Shape;810;p20"/>
          <p:cNvSpPr txBox="1">
            <a:spLocks noGrp="1"/>
          </p:cNvSpPr>
          <p:nvPr>
            <p:ph type="title" hasCustomPrompt="1"/>
          </p:nvPr>
        </p:nvSpPr>
        <p:spPr>
          <a:xfrm>
            <a:off x="2365650" y="570312"/>
            <a:ext cx="4412700" cy="624300"/>
          </a:xfrm>
          <a:prstGeom prst="rect">
            <a:avLst/>
          </a:prstGeom>
        </p:spPr>
        <p:txBody>
          <a:bodyPr spcFirstLastPara="1" wrap="square" lIns="91425" tIns="0" rIns="91425" bIns="91425" anchor="t" anchorCtr="0">
            <a:noAutofit/>
          </a:bodyPr>
          <a:lstStyle>
            <a:lvl1pPr lvl="0" algn="ctr" rtl="0">
              <a:spcBef>
                <a:spcPts val="0"/>
              </a:spcBef>
              <a:spcAft>
                <a:spcPts val="0"/>
              </a:spcAft>
              <a:buSzPts val="4800"/>
              <a:buNone/>
              <a:defRPr sz="4100"/>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
        <p:nvSpPr>
          <p:cNvPr id="811" name="Google Shape;811;p20"/>
          <p:cNvSpPr txBox="1">
            <a:spLocks noGrp="1"/>
          </p:cNvSpPr>
          <p:nvPr>
            <p:ph type="title" idx="4" hasCustomPrompt="1"/>
          </p:nvPr>
        </p:nvSpPr>
        <p:spPr>
          <a:xfrm>
            <a:off x="2365650" y="1980037"/>
            <a:ext cx="4412700" cy="624300"/>
          </a:xfrm>
          <a:prstGeom prst="rect">
            <a:avLst/>
          </a:prstGeom>
        </p:spPr>
        <p:txBody>
          <a:bodyPr spcFirstLastPara="1" wrap="square" lIns="91425" tIns="0" rIns="91425" bIns="91425" anchor="t" anchorCtr="0">
            <a:noAutofit/>
          </a:bodyPr>
          <a:lstStyle>
            <a:lvl1pPr lvl="0" algn="ctr" rtl="0">
              <a:spcBef>
                <a:spcPts val="0"/>
              </a:spcBef>
              <a:spcAft>
                <a:spcPts val="0"/>
              </a:spcAft>
              <a:buSzPts val="4800"/>
              <a:buNone/>
              <a:defRPr sz="4100"/>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
        <p:nvSpPr>
          <p:cNvPr id="812" name="Google Shape;812;p20"/>
          <p:cNvSpPr txBox="1">
            <a:spLocks noGrp="1"/>
          </p:cNvSpPr>
          <p:nvPr>
            <p:ph type="title" idx="5" hasCustomPrompt="1"/>
          </p:nvPr>
        </p:nvSpPr>
        <p:spPr>
          <a:xfrm>
            <a:off x="2365650" y="3389812"/>
            <a:ext cx="4412700" cy="624300"/>
          </a:xfrm>
          <a:prstGeom prst="rect">
            <a:avLst/>
          </a:prstGeom>
        </p:spPr>
        <p:txBody>
          <a:bodyPr spcFirstLastPara="1" wrap="square" lIns="91425" tIns="0" rIns="91425" bIns="91425" anchor="t" anchorCtr="0">
            <a:noAutofit/>
          </a:bodyPr>
          <a:lstStyle>
            <a:lvl1pPr lvl="0" algn="ctr" rtl="0">
              <a:spcBef>
                <a:spcPts val="0"/>
              </a:spcBef>
              <a:spcAft>
                <a:spcPts val="0"/>
              </a:spcAft>
              <a:buSzPts val="4800"/>
              <a:buNone/>
              <a:defRPr sz="4100"/>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pic>
        <p:nvPicPr>
          <p:cNvPr id="813" name="Google Shape;813;p20"/>
          <p:cNvPicPr preferRelativeResize="0"/>
          <p:nvPr/>
        </p:nvPicPr>
        <p:blipFill>
          <a:blip r:embed="rId3">
            <a:alphaModFix/>
          </a:blip>
          <a:stretch>
            <a:fillRect/>
          </a:stretch>
        </p:blipFill>
        <p:spPr>
          <a:xfrm>
            <a:off x="7401689" y="-1039825"/>
            <a:ext cx="2527512" cy="26812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six columns">
  <p:cSld name="CUSTOM_1_1_2">
    <p:spTree>
      <p:nvGrpSpPr>
        <p:cNvPr id="1" name="Shape 814"/>
        <p:cNvGrpSpPr/>
        <p:nvPr/>
      </p:nvGrpSpPr>
      <p:grpSpPr>
        <a:xfrm>
          <a:off x="0" y="0"/>
          <a:ext cx="0" cy="0"/>
          <a:chOff x="0" y="0"/>
          <a:chExt cx="0" cy="0"/>
        </a:xfrm>
      </p:grpSpPr>
      <p:pic>
        <p:nvPicPr>
          <p:cNvPr id="815" name="Google Shape;815;p21"/>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816" name="Google Shape;816;p21"/>
          <p:cNvSpPr txBox="1">
            <a:spLocks noGrp="1"/>
          </p:cNvSpPr>
          <p:nvPr>
            <p:ph type="subTitle" idx="1"/>
          </p:nvPr>
        </p:nvSpPr>
        <p:spPr>
          <a:xfrm>
            <a:off x="3438593" y="148902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17" name="Google Shape;817;p21"/>
          <p:cNvSpPr txBox="1">
            <a:spLocks noGrp="1"/>
          </p:cNvSpPr>
          <p:nvPr>
            <p:ph type="subTitle" idx="2"/>
          </p:nvPr>
        </p:nvSpPr>
        <p:spPr>
          <a:xfrm>
            <a:off x="3438584" y="195347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18" name="Google Shape;818;p21"/>
          <p:cNvSpPr txBox="1">
            <a:spLocks noGrp="1"/>
          </p:cNvSpPr>
          <p:nvPr>
            <p:ph type="subTitle" idx="3"/>
          </p:nvPr>
        </p:nvSpPr>
        <p:spPr>
          <a:xfrm>
            <a:off x="5905480" y="148902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19" name="Google Shape;819;p21"/>
          <p:cNvSpPr txBox="1">
            <a:spLocks noGrp="1"/>
          </p:cNvSpPr>
          <p:nvPr>
            <p:ph type="subTitle" idx="4"/>
          </p:nvPr>
        </p:nvSpPr>
        <p:spPr>
          <a:xfrm>
            <a:off x="5905472" y="195347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0" name="Google Shape;820;p21"/>
          <p:cNvSpPr txBox="1">
            <a:spLocks noGrp="1"/>
          </p:cNvSpPr>
          <p:nvPr>
            <p:ph type="subTitle" idx="5"/>
          </p:nvPr>
        </p:nvSpPr>
        <p:spPr>
          <a:xfrm>
            <a:off x="971706" y="148902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1" name="Google Shape;821;p21"/>
          <p:cNvSpPr txBox="1">
            <a:spLocks noGrp="1"/>
          </p:cNvSpPr>
          <p:nvPr>
            <p:ph type="subTitle" idx="6"/>
          </p:nvPr>
        </p:nvSpPr>
        <p:spPr>
          <a:xfrm>
            <a:off x="971697" y="195347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2" name="Google Shape;822;p21"/>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823" name="Google Shape;823;p21"/>
          <p:cNvSpPr txBox="1">
            <a:spLocks noGrp="1"/>
          </p:cNvSpPr>
          <p:nvPr>
            <p:ph type="subTitle" idx="7"/>
          </p:nvPr>
        </p:nvSpPr>
        <p:spPr>
          <a:xfrm>
            <a:off x="3438616" y="293467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4" name="Google Shape;824;p21"/>
          <p:cNvSpPr txBox="1">
            <a:spLocks noGrp="1"/>
          </p:cNvSpPr>
          <p:nvPr>
            <p:ph type="subTitle" idx="8"/>
          </p:nvPr>
        </p:nvSpPr>
        <p:spPr>
          <a:xfrm>
            <a:off x="3438607" y="339912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5" name="Google Shape;825;p21"/>
          <p:cNvSpPr txBox="1">
            <a:spLocks noGrp="1"/>
          </p:cNvSpPr>
          <p:nvPr>
            <p:ph type="subTitle" idx="9"/>
          </p:nvPr>
        </p:nvSpPr>
        <p:spPr>
          <a:xfrm>
            <a:off x="5905503" y="293467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6" name="Google Shape;826;p21"/>
          <p:cNvSpPr txBox="1">
            <a:spLocks noGrp="1"/>
          </p:cNvSpPr>
          <p:nvPr>
            <p:ph type="subTitle" idx="13"/>
          </p:nvPr>
        </p:nvSpPr>
        <p:spPr>
          <a:xfrm>
            <a:off x="5905495" y="339912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7" name="Google Shape;827;p21"/>
          <p:cNvSpPr txBox="1">
            <a:spLocks noGrp="1"/>
          </p:cNvSpPr>
          <p:nvPr>
            <p:ph type="subTitle" idx="14"/>
          </p:nvPr>
        </p:nvSpPr>
        <p:spPr>
          <a:xfrm>
            <a:off x="971729" y="293467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8" name="Google Shape;828;p21"/>
          <p:cNvSpPr txBox="1">
            <a:spLocks noGrp="1"/>
          </p:cNvSpPr>
          <p:nvPr>
            <p:ph type="subTitle" idx="15"/>
          </p:nvPr>
        </p:nvSpPr>
        <p:spPr>
          <a:xfrm>
            <a:off x="971720" y="339912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pic>
        <p:nvPicPr>
          <p:cNvPr id="829" name="Google Shape;829;p21"/>
          <p:cNvPicPr preferRelativeResize="0"/>
          <p:nvPr/>
        </p:nvPicPr>
        <p:blipFill>
          <a:blip r:embed="rId3">
            <a:alphaModFix/>
          </a:blip>
          <a:stretch>
            <a:fillRect/>
          </a:stretch>
        </p:blipFill>
        <p:spPr>
          <a:xfrm>
            <a:off x="-417276" y="3996875"/>
            <a:ext cx="9353213" cy="2681250"/>
          </a:xfrm>
          <a:prstGeom prst="rect">
            <a:avLst/>
          </a:prstGeom>
          <a:noFill/>
          <a:ln>
            <a:noFill/>
          </a:ln>
        </p:spPr>
      </p:pic>
      <p:grpSp>
        <p:nvGrpSpPr>
          <p:cNvPr id="830" name="Google Shape;830;p21"/>
          <p:cNvGrpSpPr/>
          <p:nvPr/>
        </p:nvGrpSpPr>
        <p:grpSpPr>
          <a:xfrm>
            <a:off x="391864" y="3850070"/>
            <a:ext cx="289170" cy="284718"/>
            <a:chOff x="426000" y="3302025"/>
            <a:chExt cx="220875" cy="217475"/>
          </a:xfrm>
        </p:grpSpPr>
        <p:sp>
          <p:nvSpPr>
            <p:cNvPr id="831" name="Google Shape;831;p21"/>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1"/>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 name="Google Shape;833;p21"/>
          <p:cNvGrpSpPr/>
          <p:nvPr/>
        </p:nvGrpSpPr>
        <p:grpSpPr>
          <a:xfrm>
            <a:off x="357713" y="1058175"/>
            <a:ext cx="357454" cy="956304"/>
            <a:chOff x="357713" y="600975"/>
            <a:chExt cx="357454" cy="956304"/>
          </a:xfrm>
        </p:grpSpPr>
        <p:sp>
          <p:nvSpPr>
            <p:cNvPr id="834" name="Google Shape;834;p21"/>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1"/>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1"/>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1"/>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1"/>
          <p:cNvGrpSpPr/>
          <p:nvPr/>
        </p:nvGrpSpPr>
        <p:grpSpPr>
          <a:xfrm>
            <a:off x="8366565" y="3353020"/>
            <a:ext cx="1965289" cy="517060"/>
            <a:chOff x="3539975" y="3523525"/>
            <a:chExt cx="745925" cy="196250"/>
          </a:xfrm>
        </p:grpSpPr>
        <p:sp>
          <p:nvSpPr>
            <p:cNvPr id="839" name="Google Shape;839;p21"/>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1"/>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1"/>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1"/>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21"/>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1"/>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1"/>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1"/>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5" name="Google Shape;855;p21"/>
          <p:cNvSpPr/>
          <p:nvPr/>
        </p:nvSpPr>
        <p:spPr>
          <a:xfrm>
            <a:off x="258688" y="263883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CUSTOM_2">
    <p:spTree>
      <p:nvGrpSpPr>
        <p:cNvPr id="1" name="Shape 856"/>
        <p:cNvGrpSpPr/>
        <p:nvPr/>
      </p:nvGrpSpPr>
      <p:grpSpPr>
        <a:xfrm>
          <a:off x="0" y="0"/>
          <a:ext cx="0" cy="0"/>
          <a:chOff x="0" y="0"/>
          <a:chExt cx="0" cy="0"/>
        </a:xfrm>
      </p:grpSpPr>
      <p:pic>
        <p:nvPicPr>
          <p:cNvPr id="857" name="Google Shape;857;p22"/>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858" name="Google Shape;858;p22"/>
          <p:cNvSpPr txBox="1">
            <a:spLocks noGrp="1"/>
          </p:cNvSpPr>
          <p:nvPr>
            <p:ph type="title"/>
          </p:nvPr>
        </p:nvSpPr>
        <p:spPr>
          <a:xfrm>
            <a:off x="5880200" y="1545007"/>
            <a:ext cx="2548200" cy="794400"/>
          </a:xfrm>
          <a:prstGeom prst="rect">
            <a:avLst/>
          </a:prstGeom>
        </p:spPr>
        <p:txBody>
          <a:bodyPr spcFirstLastPara="1" wrap="square" lIns="91425" tIns="0" rIns="91425" bIns="91425" anchor="t" anchorCtr="0">
            <a:noAutofit/>
          </a:bodyPr>
          <a:lstStyle>
            <a:lvl1pPr lvl="0" algn="r">
              <a:spcBef>
                <a:spcPts val="0"/>
              </a:spcBef>
              <a:spcAft>
                <a:spcPts val="0"/>
              </a:spcAft>
              <a:buSzPts val="2900"/>
              <a:buNone/>
              <a:defRPr/>
            </a:lvl1pPr>
            <a:lvl2pPr lvl="1">
              <a:spcBef>
                <a:spcPts val="0"/>
              </a:spcBef>
              <a:spcAft>
                <a:spcPts val="0"/>
              </a:spcAft>
              <a:buSzPts val="2900"/>
              <a:buNone/>
              <a:defRPr/>
            </a:lvl2pPr>
            <a:lvl3pPr lvl="2">
              <a:spcBef>
                <a:spcPts val="0"/>
              </a:spcBef>
              <a:spcAft>
                <a:spcPts val="0"/>
              </a:spcAft>
              <a:buSzPts val="2900"/>
              <a:buNone/>
              <a:defRPr/>
            </a:lvl3pPr>
            <a:lvl4pPr lvl="3">
              <a:spcBef>
                <a:spcPts val="0"/>
              </a:spcBef>
              <a:spcAft>
                <a:spcPts val="0"/>
              </a:spcAft>
              <a:buSzPts val="2900"/>
              <a:buNone/>
              <a:defRPr/>
            </a:lvl4pPr>
            <a:lvl5pPr lvl="4">
              <a:spcBef>
                <a:spcPts val="0"/>
              </a:spcBef>
              <a:spcAft>
                <a:spcPts val="0"/>
              </a:spcAft>
              <a:buSzPts val="2900"/>
              <a:buNone/>
              <a:defRPr/>
            </a:lvl5pPr>
            <a:lvl6pPr lvl="5">
              <a:spcBef>
                <a:spcPts val="0"/>
              </a:spcBef>
              <a:spcAft>
                <a:spcPts val="0"/>
              </a:spcAft>
              <a:buSzPts val="2900"/>
              <a:buNone/>
              <a:defRPr/>
            </a:lvl6pPr>
            <a:lvl7pPr lvl="6">
              <a:spcBef>
                <a:spcPts val="0"/>
              </a:spcBef>
              <a:spcAft>
                <a:spcPts val="0"/>
              </a:spcAft>
              <a:buSzPts val="2900"/>
              <a:buNone/>
              <a:defRPr/>
            </a:lvl7pPr>
            <a:lvl8pPr lvl="7">
              <a:spcBef>
                <a:spcPts val="0"/>
              </a:spcBef>
              <a:spcAft>
                <a:spcPts val="0"/>
              </a:spcAft>
              <a:buSzPts val="2900"/>
              <a:buNone/>
              <a:defRPr/>
            </a:lvl8pPr>
            <a:lvl9pPr lvl="8">
              <a:spcBef>
                <a:spcPts val="0"/>
              </a:spcBef>
              <a:spcAft>
                <a:spcPts val="0"/>
              </a:spcAft>
              <a:buSzPts val="2900"/>
              <a:buNone/>
              <a:defRPr/>
            </a:lvl9pPr>
          </a:lstStyle>
          <a:p>
            <a:endParaRPr/>
          </a:p>
        </p:txBody>
      </p:sp>
      <p:sp>
        <p:nvSpPr>
          <p:cNvPr id="859" name="Google Shape;859;p22"/>
          <p:cNvSpPr txBox="1">
            <a:spLocks noGrp="1"/>
          </p:cNvSpPr>
          <p:nvPr>
            <p:ph type="subTitle" idx="1"/>
          </p:nvPr>
        </p:nvSpPr>
        <p:spPr>
          <a:xfrm>
            <a:off x="4572000" y="2466700"/>
            <a:ext cx="3856200" cy="12894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1400"/>
              <a:buNone/>
              <a:defRPr sz="1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860" name="Google Shape;860;p22"/>
          <p:cNvPicPr preferRelativeResize="0"/>
          <p:nvPr/>
        </p:nvPicPr>
        <p:blipFill>
          <a:blip r:embed="rId3">
            <a:alphaModFix/>
          </a:blip>
          <a:stretch>
            <a:fillRect/>
          </a:stretch>
        </p:blipFill>
        <p:spPr>
          <a:xfrm>
            <a:off x="2495026" y="-1108430"/>
            <a:ext cx="2733675" cy="2899964"/>
          </a:xfrm>
          <a:prstGeom prst="rect">
            <a:avLst/>
          </a:prstGeom>
          <a:noFill/>
          <a:ln>
            <a:noFill/>
          </a:ln>
        </p:spPr>
      </p:pic>
      <p:grpSp>
        <p:nvGrpSpPr>
          <p:cNvPr id="861" name="Google Shape;861;p22"/>
          <p:cNvGrpSpPr/>
          <p:nvPr/>
        </p:nvGrpSpPr>
        <p:grpSpPr>
          <a:xfrm>
            <a:off x="4093457" y="3925450"/>
            <a:ext cx="1039906" cy="679800"/>
            <a:chOff x="4082325" y="3790650"/>
            <a:chExt cx="1039906" cy="679800"/>
          </a:xfrm>
        </p:grpSpPr>
        <p:sp>
          <p:nvSpPr>
            <p:cNvPr id="862" name="Google Shape;862;p22"/>
            <p:cNvSpPr/>
            <p:nvPr/>
          </p:nvSpPr>
          <p:spPr>
            <a:xfrm>
              <a:off x="4082325" y="3790650"/>
              <a:ext cx="1039906" cy="94858"/>
            </a:xfrm>
            <a:custGeom>
              <a:avLst/>
              <a:gdLst/>
              <a:ahLst/>
              <a:cxnLst/>
              <a:rect l="l" t="t" r="r" b="b"/>
              <a:pathLst>
                <a:path w="15874" h="1448" fill="none" extrusionOk="0">
                  <a:moveTo>
                    <a:pt x="1" y="1"/>
                  </a:moveTo>
                  <a:cubicBezTo>
                    <a:pt x="1138" y="1"/>
                    <a:pt x="1138" y="1447"/>
                    <a:pt x="2276" y="1447"/>
                  </a:cubicBezTo>
                  <a:cubicBezTo>
                    <a:pt x="3395" y="1447"/>
                    <a:pt x="3395" y="1"/>
                    <a:pt x="4533" y="1"/>
                  </a:cubicBezTo>
                  <a:cubicBezTo>
                    <a:pt x="5671" y="1"/>
                    <a:pt x="5671" y="1447"/>
                    <a:pt x="6809" y="1447"/>
                  </a:cubicBezTo>
                  <a:cubicBezTo>
                    <a:pt x="7947" y="1447"/>
                    <a:pt x="7947" y="1"/>
                    <a:pt x="9065" y="1"/>
                  </a:cubicBezTo>
                  <a:cubicBezTo>
                    <a:pt x="10203" y="1"/>
                    <a:pt x="10203" y="1447"/>
                    <a:pt x="11341" y="1447"/>
                  </a:cubicBezTo>
                  <a:cubicBezTo>
                    <a:pt x="12479" y="1447"/>
                    <a:pt x="12479" y="1"/>
                    <a:pt x="13617" y="1"/>
                  </a:cubicBezTo>
                  <a:cubicBezTo>
                    <a:pt x="14736" y="1"/>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2"/>
            <p:cNvSpPr/>
            <p:nvPr/>
          </p:nvSpPr>
          <p:spPr>
            <a:xfrm>
              <a:off x="4082325" y="4083808"/>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2"/>
            <p:cNvSpPr/>
            <p:nvPr/>
          </p:nvSpPr>
          <p:spPr>
            <a:xfrm>
              <a:off x="4082325" y="4375657"/>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 name="Google Shape;865;p22"/>
          <p:cNvGrpSpPr/>
          <p:nvPr/>
        </p:nvGrpSpPr>
        <p:grpSpPr>
          <a:xfrm>
            <a:off x="7664983" y="4173896"/>
            <a:ext cx="793256" cy="182899"/>
            <a:chOff x="2685575" y="2835950"/>
            <a:chExt cx="433000" cy="99825"/>
          </a:xfrm>
        </p:grpSpPr>
        <p:sp>
          <p:nvSpPr>
            <p:cNvPr id="866" name="Google Shape;866;p22"/>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2"/>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2"/>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22"/>
          <p:cNvGrpSpPr/>
          <p:nvPr/>
        </p:nvGrpSpPr>
        <p:grpSpPr>
          <a:xfrm>
            <a:off x="6492952" y="563770"/>
            <a:ext cx="1965289" cy="517060"/>
            <a:chOff x="3539975" y="3523525"/>
            <a:chExt cx="745925" cy="196250"/>
          </a:xfrm>
        </p:grpSpPr>
        <p:sp>
          <p:nvSpPr>
            <p:cNvPr id="871" name="Google Shape;871;p22"/>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22"/>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22"/>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2"/>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2"/>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22"/>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2"/>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22"/>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22"/>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2"/>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22"/>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22"/>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2"/>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22"/>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22"/>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22"/>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7" name="Google Shape;887;p22"/>
          <p:cNvSpPr/>
          <p:nvPr/>
        </p:nvSpPr>
        <p:spPr>
          <a:xfrm>
            <a:off x="6088025" y="3988210"/>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2_2">
    <p:spTree>
      <p:nvGrpSpPr>
        <p:cNvPr id="1" name="Shape 888"/>
        <p:cNvGrpSpPr/>
        <p:nvPr/>
      </p:nvGrpSpPr>
      <p:grpSpPr>
        <a:xfrm>
          <a:off x="0" y="0"/>
          <a:ext cx="0" cy="0"/>
          <a:chOff x="0" y="0"/>
          <a:chExt cx="0" cy="0"/>
        </a:xfrm>
      </p:grpSpPr>
      <p:pic>
        <p:nvPicPr>
          <p:cNvPr id="889" name="Google Shape;889;p23"/>
          <p:cNvPicPr preferRelativeResize="0"/>
          <p:nvPr/>
        </p:nvPicPr>
        <p:blipFill rotWithShape="1">
          <a:blip r:embed="rId2">
            <a:alphaModFix amt="60000"/>
          </a:blip>
          <a:srcRect l="39" r="29"/>
          <a:stretch/>
        </p:blipFill>
        <p:spPr>
          <a:xfrm flipH="1">
            <a:off x="0" y="1"/>
            <a:ext cx="9144002" cy="5143499"/>
          </a:xfrm>
          <a:prstGeom prst="rect">
            <a:avLst/>
          </a:prstGeom>
          <a:noFill/>
          <a:ln>
            <a:noFill/>
          </a:ln>
        </p:spPr>
      </p:pic>
      <p:sp>
        <p:nvSpPr>
          <p:cNvPr id="890" name="Google Shape;890;p23"/>
          <p:cNvSpPr txBox="1">
            <a:spLocks noGrp="1"/>
          </p:cNvSpPr>
          <p:nvPr>
            <p:ph type="title"/>
          </p:nvPr>
        </p:nvSpPr>
        <p:spPr>
          <a:xfrm>
            <a:off x="4963975" y="1838875"/>
            <a:ext cx="3396300" cy="371700"/>
          </a:xfrm>
          <a:prstGeom prst="rect">
            <a:avLst/>
          </a:prstGeom>
        </p:spPr>
        <p:txBody>
          <a:bodyPr spcFirstLastPara="1" wrap="square" lIns="91425" tIns="0" rIns="91425" bIns="91425" anchor="t" anchorCtr="0">
            <a:noAutofit/>
          </a:bodyPr>
          <a:lstStyle>
            <a:lvl1pPr lvl="0" algn="r" rtl="0">
              <a:spcBef>
                <a:spcPts val="0"/>
              </a:spcBef>
              <a:spcAft>
                <a:spcPts val="0"/>
              </a:spcAft>
              <a:buSzPts val="2900"/>
              <a:buNone/>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891" name="Google Shape;891;p23"/>
          <p:cNvSpPr txBox="1">
            <a:spLocks noGrp="1"/>
          </p:cNvSpPr>
          <p:nvPr>
            <p:ph type="subTitle" idx="1"/>
          </p:nvPr>
        </p:nvSpPr>
        <p:spPr>
          <a:xfrm>
            <a:off x="4963950" y="2332050"/>
            <a:ext cx="3396300" cy="1181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grpSp>
        <p:nvGrpSpPr>
          <p:cNvPr id="892" name="Google Shape;892;p23"/>
          <p:cNvGrpSpPr/>
          <p:nvPr/>
        </p:nvGrpSpPr>
        <p:grpSpPr>
          <a:xfrm>
            <a:off x="391864" y="3545270"/>
            <a:ext cx="289170" cy="284718"/>
            <a:chOff x="426000" y="3302025"/>
            <a:chExt cx="220875" cy="217475"/>
          </a:xfrm>
        </p:grpSpPr>
        <p:sp>
          <p:nvSpPr>
            <p:cNvPr id="893" name="Google Shape;893;p23"/>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23"/>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23"/>
          <p:cNvGrpSpPr/>
          <p:nvPr/>
        </p:nvGrpSpPr>
        <p:grpSpPr>
          <a:xfrm>
            <a:off x="357713" y="905775"/>
            <a:ext cx="357454" cy="956304"/>
            <a:chOff x="357713" y="600975"/>
            <a:chExt cx="357454" cy="956304"/>
          </a:xfrm>
        </p:grpSpPr>
        <p:sp>
          <p:nvSpPr>
            <p:cNvPr id="896" name="Google Shape;896;p23"/>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23"/>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23"/>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23"/>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23"/>
          <p:cNvGrpSpPr/>
          <p:nvPr/>
        </p:nvGrpSpPr>
        <p:grpSpPr>
          <a:xfrm>
            <a:off x="5258308" y="722871"/>
            <a:ext cx="793256" cy="182899"/>
            <a:chOff x="2685575" y="2835950"/>
            <a:chExt cx="433000" cy="99825"/>
          </a:xfrm>
        </p:grpSpPr>
        <p:sp>
          <p:nvSpPr>
            <p:cNvPr id="901" name="Google Shape;901;p23"/>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23"/>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23"/>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23"/>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 name="Google Shape;905;p23"/>
          <p:cNvGrpSpPr/>
          <p:nvPr/>
        </p:nvGrpSpPr>
        <p:grpSpPr>
          <a:xfrm>
            <a:off x="1587414" y="-1495728"/>
            <a:ext cx="2019176" cy="2019176"/>
            <a:chOff x="1943325" y="-220375"/>
            <a:chExt cx="1298672" cy="1298672"/>
          </a:xfrm>
        </p:grpSpPr>
        <p:sp>
          <p:nvSpPr>
            <p:cNvPr id="906" name="Google Shape;906;p23"/>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23"/>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23"/>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23"/>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23"/>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23"/>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23"/>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23"/>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23"/>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23"/>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23"/>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23"/>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23"/>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23"/>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23"/>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23"/>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23"/>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23"/>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23"/>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23"/>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23"/>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23"/>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23"/>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23"/>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23"/>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23"/>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23"/>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23"/>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23"/>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23"/>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23"/>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23"/>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23"/>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 name="Google Shape;954;p23"/>
          <p:cNvGrpSpPr/>
          <p:nvPr/>
        </p:nvGrpSpPr>
        <p:grpSpPr>
          <a:xfrm>
            <a:off x="8366565" y="3429220"/>
            <a:ext cx="1965289" cy="517060"/>
            <a:chOff x="3539975" y="3523525"/>
            <a:chExt cx="745925" cy="196250"/>
          </a:xfrm>
        </p:grpSpPr>
        <p:sp>
          <p:nvSpPr>
            <p:cNvPr id="955" name="Google Shape;955;p2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2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2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2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2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2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1" name="Google Shape;971;p23"/>
          <p:cNvSpPr/>
          <p:nvPr/>
        </p:nvSpPr>
        <p:spPr>
          <a:xfrm rot="-5400000">
            <a:off x="6334322" y="3355675"/>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p:cNvSpPr/>
          <p:nvPr/>
        </p:nvSpPr>
        <p:spPr>
          <a:xfrm>
            <a:off x="4572000" y="4050960"/>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73" name="Google Shape;973;p23"/>
          <p:cNvPicPr preferRelativeResize="0"/>
          <p:nvPr/>
        </p:nvPicPr>
        <p:blipFill>
          <a:blip r:embed="rId3">
            <a:alphaModFix/>
          </a:blip>
          <a:stretch>
            <a:fillRect/>
          </a:stretch>
        </p:blipFill>
        <p:spPr>
          <a:xfrm>
            <a:off x="7294914" y="-963850"/>
            <a:ext cx="2527512" cy="2681250"/>
          </a:xfrm>
          <a:prstGeom prst="rect">
            <a:avLst/>
          </a:prstGeom>
          <a:noFill/>
          <a:ln>
            <a:noFill/>
          </a:ln>
        </p:spPr>
      </p:pic>
      <p:grpSp>
        <p:nvGrpSpPr>
          <p:cNvPr id="974" name="Google Shape;974;p23"/>
          <p:cNvGrpSpPr/>
          <p:nvPr/>
        </p:nvGrpSpPr>
        <p:grpSpPr>
          <a:xfrm rot="10800000">
            <a:off x="-1284662" y="4546071"/>
            <a:ext cx="3952129" cy="3175881"/>
            <a:chOff x="5256209" y="-1994879"/>
            <a:chExt cx="3952129" cy="3175881"/>
          </a:xfrm>
        </p:grpSpPr>
        <p:sp>
          <p:nvSpPr>
            <p:cNvPr id="975" name="Google Shape;975;p23"/>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23"/>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2_2_1">
    <p:spTree>
      <p:nvGrpSpPr>
        <p:cNvPr id="1" name="Shape 977"/>
        <p:cNvGrpSpPr/>
        <p:nvPr/>
      </p:nvGrpSpPr>
      <p:grpSpPr>
        <a:xfrm>
          <a:off x="0" y="0"/>
          <a:ext cx="0" cy="0"/>
          <a:chOff x="0" y="0"/>
          <a:chExt cx="0" cy="0"/>
        </a:xfrm>
      </p:grpSpPr>
      <p:pic>
        <p:nvPicPr>
          <p:cNvPr id="978" name="Google Shape;978;p24"/>
          <p:cNvPicPr preferRelativeResize="0"/>
          <p:nvPr/>
        </p:nvPicPr>
        <p:blipFill rotWithShape="1">
          <a:blip r:embed="rId2">
            <a:alphaModFix amt="60000"/>
          </a:blip>
          <a:srcRect t="9" b="9"/>
          <a:stretch/>
        </p:blipFill>
        <p:spPr>
          <a:xfrm flipH="1">
            <a:off x="0" y="1"/>
            <a:ext cx="9144002" cy="5143499"/>
          </a:xfrm>
          <a:prstGeom prst="rect">
            <a:avLst/>
          </a:prstGeom>
          <a:noFill/>
          <a:ln>
            <a:noFill/>
          </a:ln>
        </p:spPr>
      </p:pic>
      <p:sp>
        <p:nvSpPr>
          <p:cNvPr id="979" name="Google Shape;979;p24"/>
          <p:cNvSpPr txBox="1">
            <a:spLocks noGrp="1"/>
          </p:cNvSpPr>
          <p:nvPr>
            <p:ph type="title"/>
          </p:nvPr>
        </p:nvSpPr>
        <p:spPr>
          <a:xfrm>
            <a:off x="783900" y="1838875"/>
            <a:ext cx="3396000" cy="3717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980" name="Google Shape;980;p24"/>
          <p:cNvSpPr txBox="1">
            <a:spLocks noGrp="1"/>
          </p:cNvSpPr>
          <p:nvPr>
            <p:ph type="subTitle" idx="1"/>
          </p:nvPr>
        </p:nvSpPr>
        <p:spPr>
          <a:xfrm>
            <a:off x="784010" y="2332050"/>
            <a:ext cx="3396000" cy="1181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981" name="Google Shape;981;p24"/>
          <p:cNvPicPr preferRelativeResize="0"/>
          <p:nvPr/>
        </p:nvPicPr>
        <p:blipFill rotWithShape="1">
          <a:blip r:embed="rId3">
            <a:alphaModFix/>
          </a:blip>
          <a:srcRect l="228" r="238"/>
          <a:stretch/>
        </p:blipFill>
        <p:spPr>
          <a:xfrm rot="10800000" flipH="1">
            <a:off x="-731476" y="-1253478"/>
            <a:ext cx="9353213" cy="2681250"/>
          </a:xfrm>
          <a:prstGeom prst="rect">
            <a:avLst/>
          </a:prstGeom>
          <a:noFill/>
          <a:ln>
            <a:noFill/>
          </a:ln>
        </p:spPr>
      </p:pic>
      <p:grpSp>
        <p:nvGrpSpPr>
          <p:cNvPr id="982" name="Google Shape;982;p24"/>
          <p:cNvGrpSpPr/>
          <p:nvPr/>
        </p:nvGrpSpPr>
        <p:grpSpPr>
          <a:xfrm rot="10800000" flipH="1">
            <a:off x="391864" y="1215484"/>
            <a:ext cx="289170" cy="284718"/>
            <a:chOff x="426000" y="3302025"/>
            <a:chExt cx="220875" cy="217475"/>
          </a:xfrm>
        </p:grpSpPr>
        <p:sp>
          <p:nvSpPr>
            <p:cNvPr id="983" name="Google Shape;983;p2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 name="Google Shape;985;p24"/>
          <p:cNvGrpSpPr/>
          <p:nvPr/>
        </p:nvGrpSpPr>
        <p:grpSpPr>
          <a:xfrm rot="10800000" flipH="1">
            <a:off x="357713" y="3564393"/>
            <a:ext cx="357454" cy="956304"/>
            <a:chOff x="357713" y="600975"/>
            <a:chExt cx="357454" cy="956304"/>
          </a:xfrm>
        </p:grpSpPr>
        <p:sp>
          <p:nvSpPr>
            <p:cNvPr id="986" name="Google Shape;986;p24"/>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4"/>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4"/>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24"/>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 name="Google Shape;990;p24"/>
          <p:cNvGrpSpPr/>
          <p:nvPr/>
        </p:nvGrpSpPr>
        <p:grpSpPr>
          <a:xfrm rot="10800000" flipH="1">
            <a:off x="5258308" y="4520702"/>
            <a:ext cx="793256" cy="182899"/>
            <a:chOff x="2685575" y="2835950"/>
            <a:chExt cx="433000" cy="99825"/>
          </a:xfrm>
        </p:grpSpPr>
        <p:sp>
          <p:nvSpPr>
            <p:cNvPr id="991" name="Google Shape;991;p24"/>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24"/>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24"/>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4"/>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 name="Google Shape;995;p24"/>
          <p:cNvGrpSpPr/>
          <p:nvPr/>
        </p:nvGrpSpPr>
        <p:grpSpPr>
          <a:xfrm rot="10800000" flipH="1">
            <a:off x="1363114" y="3961574"/>
            <a:ext cx="2019176" cy="2019176"/>
            <a:chOff x="1943325" y="-220375"/>
            <a:chExt cx="1298672" cy="1298672"/>
          </a:xfrm>
        </p:grpSpPr>
        <p:sp>
          <p:nvSpPr>
            <p:cNvPr id="996" name="Google Shape;996;p24"/>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4"/>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4"/>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4"/>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4"/>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4"/>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4"/>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24"/>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4"/>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4"/>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4"/>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4"/>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4"/>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4"/>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4"/>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4"/>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4"/>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4"/>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4"/>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4"/>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4"/>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4"/>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4"/>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4"/>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4"/>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4"/>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4"/>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4"/>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4"/>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4"/>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24"/>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24"/>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24"/>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4"/>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4"/>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4"/>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4"/>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4"/>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4"/>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4"/>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4"/>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4"/>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4"/>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4"/>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4"/>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4"/>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4"/>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4"/>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 name="Google Shape;1044;p24"/>
          <p:cNvGrpSpPr/>
          <p:nvPr/>
        </p:nvGrpSpPr>
        <p:grpSpPr>
          <a:xfrm rot="10800000" flipH="1">
            <a:off x="8366565" y="1480192"/>
            <a:ext cx="1965289" cy="517060"/>
            <a:chOff x="3539975" y="3523525"/>
            <a:chExt cx="745925" cy="196250"/>
          </a:xfrm>
        </p:grpSpPr>
        <p:sp>
          <p:nvSpPr>
            <p:cNvPr id="1045" name="Google Shape;1045;p24"/>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4"/>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4"/>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4"/>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4"/>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4"/>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24"/>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4"/>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4"/>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24"/>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24"/>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4"/>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4"/>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24"/>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24"/>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4"/>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1" name="Google Shape;1061;p24"/>
          <p:cNvSpPr/>
          <p:nvPr/>
        </p:nvSpPr>
        <p:spPr>
          <a:xfrm rot="10800000" flipH="1">
            <a:off x="3819050" y="3824417"/>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3">
  <p:cSld name="CUSTOM_2_2_1_1">
    <p:spTree>
      <p:nvGrpSpPr>
        <p:cNvPr id="1" name="Shape 1062"/>
        <p:cNvGrpSpPr/>
        <p:nvPr/>
      </p:nvGrpSpPr>
      <p:grpSpPr>
        <a:xfrm>
          <a:off x="0" y="0"/>
          <a:ext cx="0" cy="0"/>
          <a:chOff x="0" y="0"/>
          <a:chExt cx="0" cy="0"/>
        </a:xfrm>
      </p:grpSpPr>
      <p:pic>
        <p:nvPicPr>
          <p:cNvPr id="1063" name="Google Shape;1063;p25"/>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1064" name="Google Shape;1064;p25"/>
          <p:cNvSpPr txBox="1">
            <a:spLocks noGrp="1"/>
          </p:cNvSpPr>
          <p:nvPr>
            <p:ph type="title"/>
          </p:nvPr>
        </p:nvSpPr>
        <p:spPr>
          <a:xfrm>
            <a:off x="713750" y="1225788"/>
            <a:ext cx="3367200" cy="17265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1065" name="Google Shape;1065;p25"/>
          <p:cNvSpPr txBox="1">
            <a:spLocks noGrp="1"/>
          </p:cNvSpPr>
          <p:nvPr>
            <p:ph type="subTitle" idx="1"/>
          </p:nvPr>
        </p:nvSpPr>
        <p:spPr>
          <a:xfrm>
            <a:off x="713875" y="3105588"/>
            <a:ext cx="3856500" cy="976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grpSp>
        <p:nvGrpSpPr>
          <p:cNvPr id="1066" name="Google Shape;1066;p25"/>
          <p:cNvGrpSpPr/>
          <p:nvPr/>
        </p:nvGrpSpPr>
        <p:grpSpPr>
          <a:xfrm flipH="1">
            <a:off x="2156438" y="568471"/>
            <a:ext cx="793256" cy="182899"/>
            <a:chOff x="2685575" y="2835950"/>
            <a:chExt cx="433000" cy="99825"/>
          </a:xfrm>
        </p:grpSpPr>
        <p:sp>
          <p:nvSpPr>
            <p:cNvPr id="1067" name="Google Shape;1067;p25"/>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25"/>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5"/>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5"/>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 name="Google Shape;1071;p25"/>
          <p:cNvGrpSpPr/>
          <p:nvPr/>
        </p:nvGrpSpPr>
        <p:grpSpPr>
          <a:xfrm flipH="1">
            <a:off x="-495776" y="4383620"/>
            <a:ext cx="1965289" cy="517060"/>
            <a:chOff x="3539975" y="3523525"/>
            <a:chExt cx="745925" cy="196250"/>
          </a:xfrm>
        </p:grpSpPr>
        <p:sp>
          <p:nvSpPr>
            <p:cNvPr id="1072" name="Google Shape;1072;p25"/>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5"/>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5"/>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5"/>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5"/>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5"/>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5"/>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5"/>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5"/>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5"/>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5"/>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5"/>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5"/>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5"/>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5"/>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5"/>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88" name="Google Shape;1088;p25"/>
          <p:cNvPicPr preferRelativeResize="0"/>
          <p:nvPr/>
        </p:nvPicPr>
        <p:blipFill>
          <a:blip r:embed="rId3">
            <a:alphaModFix/>
          </a:blip>
          <a:stretch>
            <a:fillRect/>
          </a:stretch>
        </p:blipFill>
        <p:spPr>
          <a:xfrm flipH="1">
            <a:off x="-936799" y="-1543012"/>
            <a:ext cx="2527512" cy="268125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4">
  <p:cSld name="CUSTOM_2_2_1_1_1">
    <p:spTree>
      <p:nvGrpSpPr>
        <p:cNvPr id="1" name="Shape 1089"/>
        <p:cNvGrpSpPr/>
        <p:nvPr/>
      </p:nvGrpSpPr>
      <p:grpSpPr>
        <a:xfrm>
          <a:off x="0" y="0"/>
          <a:ext cx="0" cy="0"/>
          <a:chOff x="0" y="0"/>
          <a:chExt cx="0" cy="0"/>
        </a:xfrm>
      </p:grpSpPr>
      <p:pic>
        <p:nvPicPr>
          <p:cNvPr id="1090" name="Google Shape;1090;p26"/>
          <p:cNvPicPr preferRelativeResize="0"/>
          <p:nvPr/>
        </p:nvPicPr>
        <p:blipFill rotWithShape="1">
          <a:blip r:embed="rId2">
            <a:alphaModFix amt="60000"/>
          </a:blip>
          <a:srcRect t="9" b="9"/>
          <a:stretch/>
        </p:blipFill>
        <p:spPr>
          <a:xfrm flipH="1">
            <a:off x="0" y="1"/>
            <a:ext cx="9144002" cy="5143499"/>
          </a:xfrm>
          <a:prstGeom prst="rect">
            <a:avLst/>
          </a:prstGeom>
          <a:noFill/>
          <a:ln>
            <a:noFill/>
          </a:ln>
        </p:spPr>
      </p:pic>
      <p:sp>
        <p:nvSpPr>
          <p:cNvPr id="1091" name="Google Shape;1091;p26"/>
          <p:cNvSpPr txBox="1">
            <a:spLocks noGrp="1"/>
          </p:cNvSpPr>
          <p:nvPr>
            <p:ph type="subTitle" idx="1"/>
          </p:nvPr>
        </p:nvSpPr>
        <p:spPr>
          <a:xfrm>
            <a:off x="5071875" y="2238850"/>
            <a:ext cx="3288300" cy="11859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92" name="Google Shape;1092;p26"/>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093" name="Google Shape;1093;p26"/>
          <p:cNvGrpSpPr/>
          <p:nvPr/>
        </p:nvGrpSpPr>
        <p:grpSpPr>
          <a:xfrm rot="10800000" flipH="1">
            <a:off x="391864" y="1596484"/>
            <a:ext cx="289170" cy="284718"/>
            <a:chOff x="426000" y="3302025"/>
            <a:chExt cx="220875" cy="217475"/>
          </a:xfrm>
        </p:grpSpPr>
        <p:sp>
          <p:nvSpPr>
            <p:cNvPr id="1094" name="Google Shape;1094;p26"/>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6"/>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 name="Google Shape;1096;p26"/>
          <p:cNvGrpSpPr/>
          <p:nvPr/>
        </p:nvGrpSpPr>
        <p:grpSpPr>
          <a:xfrm rot="10800000" flipH="1">
            <a:off x="357713" y="3564393"/>
            <a:ext cx="357454" cy="956304"/>
            <a:chOff x="357713" y="600975"/>
            <a:chExt cx="357454" cy="956304"/>
          </a:xfrm>
        </p:grpSpPr>
        <p:sp>
          <p:nvSpPr>
            <p:cNvPr id="1097" name="Google Shape;1097;p26"/>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6"/>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6"/>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6"/>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 name="Google Shape;1101;p26"/>
          <p:cNvGrpSpPr/>
          <p:nvPr/>
        </p:nvGrpSpPr>
        <p:grpSpPr>
          <a:xfrm rot="10800000" flipH="1">
            <a:off x="2065283" y="4732777"/>
            <a:ext cx="793256" cy="182899"/>
            <a:chOff x="2685575" y="2835950"/>
            <a:chExt cx="433000" cy="99825"/>
          </a:xfrm>
        </p:grpSpPr>
        <p:sp>
          <p:nvSpPr>
            <p:cNvPr id="1102" name="Google Shape;1102;p26"/>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6"/>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6"/>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6"/>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 name="Google Shape;1106;p26"/>
          <p:cNvGrpSpPr/>
          <p:nvPr/>
        </p:nvGrpSpPr>
        <p:grpSpPr>
          <a:xfrm rot="10800000" flipH="1">
            <a:off x="4571989" y="4152949"/>
            <a:ext cx="2019176" cy="2019176"/>
            <a:chOff x="1943325" y="-220375"/>
            <a:chExt cx="1298672" cy="1298672"/>
          </a:xfrm>
        </p:grpSpPr>
        <p:sp>
          <p:nvSpPr>
            <p:cNvPr id="1107" name="Google Shape;1107;p26"/>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6"/>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26"/>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6"/>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6"/>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6"/>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6"/>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6"/>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26"/>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26"/>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6"/>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6"/>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6"/>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26"/>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26"/>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6"/>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6"/>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26"/>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6"/>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26"/>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26"/>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6"/>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6"/>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26"/>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26"/>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26"/>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26"/>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26"/>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6"/>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26"/>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26"/>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6"/>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6"/>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26"/>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6"/>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6"/>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6"/>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26"/>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26"/>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6"/>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6"/>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p:cNvGrpSpPr/>
          <p:nvPr/>
        </p:nvGrpSpPr>
        <p:grpSpPr>
          <a:xfrm rot="10800000" flipH="1">
            <a:off x="7601640" y="490017"/>
            <a:ext cx="1965289" cy="517060"/>
            <a:chOff x="3539975" y="3523525"/>
            <a:chExt cx="745925" cy="196250"/>
          </a:xfrm>
        </p:grpSpPr>
        <p:sp>
          <p:nvSpPr>
            <p:cNvPr id="1156" name="Google Shape;1156;p26"/>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26"/>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26"/>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26"/>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6"/>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6"/>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6"/>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6"/>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26"/>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26"/>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6"/>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6"/>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26"/>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26"/>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72" name="Google Shape;1172;p26"/>
          <p:cNvPicPr preferRelativeResize="0"/>
          <p:nvPr/>
        </p:nvPicPr>
        <p:blipFill rotWithShape="1">
          <a:blip r:embed="rId3">
            <a:alphaModFix/>
          </a:blip>
          <a:srcRect t="1770" r="38199" b="-1770"/>
          <a:stretch/>
        </p:blipFill>
        <p:spPr>
          <a:xfrm rot="10800000" flipH="1">
            <a:off x="6111216" y="2932075"/>
            <a:ext cx="6276551" cy="268125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Quote">
  <p:cSld name="CUSTOM_2_1">
    <p:spTree>
      <p:nvGrpSpPr>
        <p:cNvPr id="1" name="Shape 1252"/>
        <p:cNvGrpSpPr/>
        <p:nvPr/>
      </p:nvGrpSpPr>
      <p:grpSpPr>
        <a:xfrm>
          <a:off x="0" y="0"/>
          <a:ext cx="0" cy="0"/>
          <a:chOff x="0" y="0"/>
          <a:chExt cx="0" cy="0"/>
        </a:xfrm>
      </p:grpSpPr>
      <p:pic>
        <p:nvPicPr>
          <p:cNvPr id="1253" name="Google Shape;1253;p28"/>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1254" name="Google Shape;1254;p28"/>
          <p:cNvSpPr txBox="1">
            <a:spLocks noGrp="1"/>
          </p:cNvSpPr>
          <p:nvPr>
            <p:ph type="title"/>
          </p:nvPr>
        </p:nvSpPr>
        <p:spPr>
          <a:xfrm>
            <a:off x="2185650" y="3095408"/>
            <a:ext cx="4772700" cy="473100"/>
          </a:xfrm>
          <a:prstGeom prst="rect">
            <a:avLst/>
          </a:prstGeom>
        </p:spPr>
        <p:txBody>
          <a:bodyPr spcFirstLastPara="1" wrap="square" lIns="91425" tIns="0" rIns="91425" bIns="91425" anchor="t" anchorCtr="0">
            <a:noAutofit/>
          </a:bodyPr>
          <a:lstStyle>
            <a:lvl1pPr lvl="0" algn="ctr" rtl="0">
              <a:spcBef>
                <a:spcPts val="0"/>
              </a:spcBef>
              <a:spcAft>
                <a:spcPts val="0"/>
              </a:spcAft>
              <a:buSzPts val="2900"/>
              <a:buNone/>
              <a:defRPr sz="2100">
                <a:solidFill>
                  <a:schemeClr val="dk2"/>
                </a:solidFill>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1255" name="Google Shape;1255;p28"/>
          <p:cNvSpPr txBox="1">
            <a:spLocks noGrp="1"/>
          </p:cNvSpPr>
          <p:nvPr>
            <p:ph type="subTitle" idx="1"/>
          </p:nvPr>
        </p:nvSpPr>
        <p:spPr>
          <a:xfrm>
            <a:off x="1226850" y="1453218"/>
            <a:ext cx="6690300" cy="157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3000">
                <a:solidFill>
                  <a:schemeClr val="lt1"/>
                </a:solidFill>
                <a:latin typeface="Bai Jamjuree"/>
                <a:ea typeface="Bai Jamjuree"/>
                <a:cs typeface="Bai Jamjuree"/>
                <a:sym typeface="Bai Jamjure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grpSp>
        <p:nvGrpSpPr>
          <p:cNvPr id="1256" name="Google Shape;1256;p28"/>
          <p:cNvGrpSpPr/>
          <p:nvPr/>
        </p:nvGrpSpPr>
        <p:grpSpPr>
          <a:xfrm rot="-5400000" flipH="1">
            <a:off x="3352827" y="574632"/>
            <a:ext cx="289170" cy="284718"/>
            <a:chOff x="426000" y="3302025"/>
            <a:chExt cx="220875" cy="217475"/>
          </a:xfrm>
        </p:grpSpPr>
        <p:sp>
          <p:nvSpPr>
            <p:cNvPr id="1257" name="Google Shape;1257;p28"/>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28"/>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 name="Google Shape;1259;p28"/>
          <p:cNvGrpSpPr/>
          <p:nvPr/>
        </p:nvGrpSpPr>
        <p:grpSpPr>
          <a:xfrm rot="-5400000" flipH="1">
            <a:off x="1014983" y="238830"/>
            <a:ext cx="357454" cy="956304"/>
            <a:chOff x="357713" y="600975"/>
            <a:chExt cx="357454" cy="956304"/>
          </a:xfrm>
        </p:grpSpPr>
        <p:sp>
          <p:nvSpPr>
            <p:cNvPr id="1260" name="Google Shape;1260;p28"/>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28"/>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28"/>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8"/>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 name="Google Shape;1264;p28"/>
          <p:cNvGrpSpPr/>
          <p:nvPr/>
        </p:nvGrpSpPr>
        <p:grpSpPr>
          <a:xfrm>
            <a:off x="6738826" y="3585022"/>
            <a:ext cx="2019176" cy="2019176"/>
            <a:chOff x="1943325" y="-220375"/>
            <a:chExt cx="1298672" cy="1298672"/>
          </a:xfrm>
        </p:grpSpPr>
        <p:sp>
          <p:nvSpPr>
            <p:cNvPr id="1265" name="Google Shape;1265;p28"/>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8"/>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8"/>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8"/>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8"/>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8"/>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28"/>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8"/>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8"/>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8"/>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8"/>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28"/>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8"/>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8"/>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8"/>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8"/>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28"/>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8"/>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8"/>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28"/>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28"/>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8"/>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8"/>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28"/>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28"/>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28"/>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28"/>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28"/>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28"/>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28"/>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8"/>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8"/>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8"/>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28"/>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28"/>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8"/>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8"/>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8"/>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8"/>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8"/>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28"/>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28"/>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8"/>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8"/>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28"/>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28"/>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28"/>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8"/>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2"/>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 name="Google Shape;1313;p28"/>
          <p:cNvGrpSpPr/>
          <p:nvPr/>
        </p:nvGrpSpPr>
        <p:grpSpPr>
          <a:xfrm>
            <a:off x="1020340" y="4088183"/>
            <a:ext cx="1965289" cy="517060"/>
            <a:chOff x="3539975" y="3523525"/>
            <a:chExt cx="745925" cy="196250"/>
          </a:xfrm>
        </p:grpSpPr>
        <p:sp>
          <p:nvSpPr>
            <p:cNvPr id="1314" name="Google Shape;1314;p28"/>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8"/>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8"/>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28"/>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28"/>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8"/>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8"/>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8"/>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28"/>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28"/>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8"/>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8"/>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28"/>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28"/>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28"/>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28"/>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1">
  <p:cSld name="CUSTOM_3">
    <p:spTree>
      <p:nvGrpSpPr>
        <p:cNvPr id="1" name="Shape 1330"/>
        <p:cNvGrpSpPr/>
        <p:nvPr/>
      </p:nvGrpSpPr>
      <p:grpSpPr>
        <a:xfrm>
          <a:off x="0" y="0"/>
          <a:ext cx="0" cy="0"/>
          <a:chOff x="0" y="0"/>
          <a:chExt cx="0" cy="0"/>
        </a:xfrm>
      </p:grpSpPr>
      <p:pic>
        <p:nvPicPr>
          <p:cNvPr id="1331" name="Google Shape;1331;p29"/>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1332" name="Google Shape;1332;p29"/>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333" name="Google Shape;1333;p29"/>
          <p:cNvGrpSpPr/>
          <p:nvPr/>
        </p:nvGrpSpPr>
        <p:grpSpPr>
          <a:xfrm>
            <a:off x="391864" y="4555820"/>
            <a:ext cx="289170" cy="284718"/>
            <a:chOff x="426000" y="3302025"/>
            <a:chExt cx="220875" cy="217475"/>
          </a:xfrm>
        </p:grpSpPr>
        <p:sp>
          <p:nvSpPr>
            <p:cNvPr id="1334" name="Google Shape;1334;p29"/>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9"/>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 name="Google Shape;1336;p29"/>
          <p:cNvGrpSpPr/>
          <p:nvPr/>
        </p:nvGrpSpPr>
        <p:grpSpPr>
          <a:xfrm>
            <a:off x="357713" y="1134375"/>
            <a:ext cx="357454" cy="956304"/>
            <a:chOff x="357713" y="600975"/>
            <a:chExt cx="357454" cy="956304"/>
          </a:xfrm>
        </p:grpSpPr>
        <p:sp>
          <p:nvSpPr>
            <p:cNvPr id="1337" name="Google Shape;1337;p29"/>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9"/>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9"/>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9"/>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 name="Google Shape;1341;p29"/>
          <p:cNvGrpSpPr/>
          <p:nvPr/>
        </p:nvGrpSpPr>
        <p:grpSpPr>
          <a:xfrm>
            <a:off x="8022690" y="202570"/>
            <a:ext cx="1965289" cy="517060"/>
            <a:chOff x="3539975" y="3523525"/>
            <a:chExt cx="745925" cy="196250"/>
          </a:xfrm>
        </p:grpSpPr>
        <p:sp>
          <p:nvSpPr>
            <p:cNvPr id="1342" name="Google Shape;1342;p29"/>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29"/>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9"/>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9"/>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9"/>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9"/>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9"/>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29"/>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9"/>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9"/>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9"/>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9"/>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9"/>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9"/>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9"/>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9"/>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2">
  <p:cSld name="CUSTOM_3_1">
    <p:spTree>
      <p:nvGrpSpPr>
        <p:cNvPr id="1" name="Shape 1358"/>
        <p:cNvGrpSpPr/>
        <p:nvPr/>
      </p:nvGrpSpPr>
      <p:grpSpPr>
        <a:xfrm>
          <a:off x="0" y="0"/>
          <a:ext cx="0" cy="0"/>
          <a:chOff x="0" y="0"/>
          <a:chExt cx="0" cy="0"/>
        </a:xfrm>
      </p:grpSpPr>
      <p:pic>
        <p:nvPicPr>
          <p:cNvPr id="1359" name="Google Shape;1359;p30"/>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1360" name="Google Shape;1360;p30"/>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361" name="Google Shape;1361;p30"/>
          <p:cNvGrpSpPr/>
          <p:nvPr/>
        </p:nvGrpSpPr>
        <p:grpSpPr>
          <a:xfrm>
            <a:off x="391864" y="3545270"/>
            <a:ext cx="289170" cy="284718"/>
            <a:chOff x="426000" y="3302025"/>
            <a:chExt cx="220875" cy="217475"/>
          </a:xfrm>
        </p:grpSpPr>
        <p:sp>
          <p:nvSpPr>
            <p:cNvPr id="1362" name="Google Shape;1362;p30"/>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 name="Google Shape;1364;p30"/>
          <p:cNvGrpSpPr/>
          <p:nvPr/>
        </p:nvGrpSpPr>
        <p:grpSpPr>
          <a:xfrm>
            <a:off x="357713" y="1210575"/>
            <a:ext cx="357454" cy="956304"/>
            <a:chOff x="357713" y="600975"/>
            <a:chExt cx="357454" cy="956304"/>
          </a:xfrm>
        </p:grpSpPr>
        <p:sp>
          <p:nvSpPr>
            <p:cNvPr id="1365" name="Google Shape;1365;p30"/>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30"/>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30"/>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30"/>
          <p:cNvGrpSpPr/>
          <p:nvPr/>
        </p:nvGrpSpPr>
        <p:grpSpPr>
          <a:xfrm>
            <a:off x="8366565" y="3429220"/>
            <a:ext cx="1965289" cy="517060"/>
            <a:chOff x="3539975" y="3523525"/>
            <a:chExt cx="745925" cy="196250"/>
          </a:xfrm>
        </p:grpSpPr>
        <p:sp>
          <p:nvSpPr>
            <p:cNvPr id="1370" name="Google Shape;1370;p30"/>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30"/>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30"/>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0"/>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30"/>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30"/>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0"/>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30"/>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30"/>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0"/>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30"/>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30"/>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30"/>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30"/>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30"/>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30"/>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386" name="Google Shape;1386;p30"/>
          <p:cNvPicPr preferRelativeResize="0"/>
          <p:nvPr/>
        </p:nvPicPr>
        <p:blipFill>
          <a:blip r:embed="rId3">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3">
  <p:cSld name="CUSTOM_3_1_1">
    <p:spTree>
      <p:nvGrpSpPr>
        <p:cNvPr id="1" name="Shape 1387"/>
        <p:cNvGrpSpPr/>
        <p:nvPr/>
      </p:nvGrpSpPr>
      <p:grpSpPr>
        <a:xfrm>
          <a:off x="0" y="0"/>
          <a:ext cx="0" cy="0"/>
          <a:chOff x="0" y="0"/>
          <a:chExt cx="0" cy="0"/>
        </a:xfrm>
      </p:grpSpPr>
      <p:pic>
        <p:nvPicPr>
          <p:cNvPr id="1388" name="Google Shape;1388;p31"/>
          <p:cNvPicPr preferRelativeResize="0"/>
          <p:nvPr/>
        </p:nvPicPr>
        <p:blipFill rotWithShape="1">
          <a:blip r:embed="rId2">
            <a:alphaModFix amt="60000"/>
          </a:blip>
          <a:srcRect l="39" r="29"/>
          <a:stretch/>
        </p:blipFill>
        <p:spPr>
          <a:xfrm rot="10800000" flipH="1">
            <a:off x="0" y="1"/>
            <a:ext cx="9144002" cy="5143499"/>
          </a:xfrm>
          <a:prstGeom prst="rect">
            <a:avLst/>
          </a:prstGeom>
          <a:noFill/>
          <a:ln>
            <a:noFill/>
          </a:ln>
        </p:spPr>
      </p:pic>
      <p:sp>
        <p:nvSpPr>
          <p:cNvPr id="1389" name="Google Shape;1389;p31"/>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390" name="Google Shape;1390;p31"/>
          <p:cNvGrpSpPr/>
          <p:nvPr/>
        </p:nvGrpSpPr>
        <p:grpSpPr>
          <a:xfrm>
            <a:off x="391864" y="4078670"/>
            <a:ext cx="289170" cy="284718"/>
            <a:chOff x="426000" y="3302025"/>
            <a:chExt cx="220875" cy="217475"/>
          </a:xfrm>
        </p:grpSpPr>
        <p:sp>
          <p:nvSpPr>
            <p:cNvPr id="1391" name="Google Shape;1391;p31"/>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31"/>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31"/>
          <p:cNvGrpSpPr/>
          <p:nvPr/>
        </p:nvGrpSpPr>
        <p:grpSpPr>
          <a:xfrm>
            <a:off x="357713" y="1439175"/>
            <a:ext cx="357454" cy="956304"/>
            <a:chOff x="357713" y="600975"/>
            <a:chExt cx="357454" cy="956304"/>
          </a:xfrm>
        </p:grpSpPr>
        <p:sp>
          <p:nvSpPr>
            <p:cNvPr id="1394" name="Google Shape;1394;p31"/>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 name="Google Shape;1398;p31"/>
          <p:cNvGrpSpPr/>
          <p:nvPr/>
        </p:nvGrpSpPr>
        <p:grpSpPr>
          <a:xfrm>
            <a:off x="8366565" y="3429220"/>
            <a:ext cx="1965289" cy="517060"/>
            <a:chOff x="3539975" y="3523525"/>
            <a:chExt cx="745925" cy="196250"/>
          </a:xfrm>
        </p:grpSpPr>
        <p:sp>
          <p:nvSpPr>
            <p:cNvPr id="1399" name="Google Shape;1399;p31"/>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31"/>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31"/>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31"/>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31"/>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1"/>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31"/>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31"/>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31"/>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31"/>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5" name="Google Shape;1415;p31"/>
          <p:cNvSpPr/>
          <p:nvPr/>
        </p:nvSpPr>
        <p:spPr>
          <a:xfrm>
            <a:off x="7435260" y="257175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31"/>
          <p:cNvSpPr/>
          <p:nvPr/>
        </p:nvSpPr>
        <p:spPr>
          <a:xfrm>
            <a:off x="715550" y="292513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17" name="Google Shape;1417;p31"/>
          <p:cNvPicPr preferRelativeResize="0"/>
          <p:nvPr/>
        </p:nvPicPr>
        <p:blipFill>
          <a:blip r:embed="rId3">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4">
  <p:cSld name="CUSTOM_3_1_1_1">
    <p:spTree>
      <p:nvGrpSpPr>
        <p:cNvPr id="1" name="Shape 1418"/>
        <p:cNvGrpSpPr/>
        <p:nvPr/>
      </p:nvGrpSpPr>
      <p:grpSpPr>
        <a:xfrm>
          <a:off x="0" y="0"/>
          <a:ext cx="0" cy="0"/>
          <a:chOff x="0" y="0"/>
          <a:chExt cx="0" cy="0"/>
        </a:xfrm>
      </p:grpSpPr>
      <p:pic>
        <p:nvPicPr>
          <p:cNvPr id="1419" name="Google Shape;1419;p32"/>
          <p:cNvPicPr preferRelativeResize="0"/>
          <p:nvPr/>
        </p:nvPicPr>
        <p:blipFill rotWithShape="1">
          <a:blip r:embed="rId2">
            <a:alphaModFix amt="60000"/>
          </a:blip>
          <a:srcRect l="39" r="29"/>
          <a:stretch/>
        </p:blipFill>
        <p:spPr>
          <a:xfrm flipH="1">
            <a:off x="0" y="1"/>
            <a:ext cx="9144002" cy="5143499"/>
          </a:xfrm>
          <a:prstGeom prst="rect">
            <a:avLst/>
          </a:prstGeom>
          <a:noFill/>
          <a:ln>
            <a:noFill/>
          </a:ln>
        </p:spPr>
      </p:pic>
      <p:sp>
        <p:nvSpPr>
          <p:cNvPr id="1420" name="Google Shape;1420;p32"/>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421" name="Google Shape;1421;p32"/>
          <p:cNvGrpSpPr/>
          <p:nvPr/>
        </p:nvGrpSpPr>
        <p:grpSpPr>
          <a:xfrm>
            <a:off x="391864" y="3545270"/>
            <a:ext cx="289170" cy="284718"/>
            <a:chOff x="426000" y="3302025"/>
            <a:chExt cx="220875" cy="217475"/>
          </a:xfrm>
        </p:grpSpPr>
        <p:sp>
          <p:nvSpPr>
            <p:cNvPr id="1422" name="Google Shape;1422;p32"/>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2"/>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 name="Google Shape;1424;p32"/>
          <p:cNvGrpSpPr/>
          <p:nvPr/>
        </p:nvGrpSpPr>
        <p:grpSpPr>
          <a:xfrm>
            <a:off x="357713" y="1210575"/>
            <a:ext cx="357454" cy="956304"/>
            <a:chOff x="357713" y="600975"/>
            <a:chExt cx="357454" cy="956304"/>
          </a:xfrm>
        </p:grpSpPr>
        <p:sp>
          <p:nvSpPr>
            <p:cNvPr id="1425" name="Google Shape;1425;p32"/>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2"/>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2"/>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2"/>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 name="Google Shape;1429;p32"/>
          <p:cNvGrpSpPr/>
          <p:nvPr/>
        </p:nvGrpSpPr>
        <p:grpSpPr>
          <a:xfrm>
            <a:off x="8366565" y="3429220"/>
            <a:ext cx="1965289" cy="517060"/>
            <a:chOff x="3539975" y="3523525"/>
            <a:chExt cx="745925" cy="196250"/>
          </a:xfrm>
        </p:grpSpPr>
        <p:sp>
          <p:nvSpPr>
            <p:cNvPr id="1430" name="Google Shape;1430;p32"/>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2"/>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2"/>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32"/>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32"/>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2"/>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2"/>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2"/>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2"/>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2"/>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2"/>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2"/>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2"/>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2"/>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2"/>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2"/>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46" name="Google Shape;1446;p32"/>
          <p:cNvPicPr preferRelativeResize="0"/>
          <p:nvPr/>
        </p:nvPicPr>
        <p:blipFill>
          <a:blip r:embed="rId3">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5">
  <p:cSld name="CUSTOM_3_1_1_1_1">
    <p:spTree>
      <p:nvGrpSpPr>
        <p:cNvPr id="1" name="Shape 1447"/>
        <p:cNvGrpSpPr/>
        <p:nvPr/>
      </p:nvGrpSpPr>
      <p:grpSpPr>
        <a:xfrm>
          <a:off x="0" y="0"/>
          <a:ext cx="0" cy="0"/>
          <a:chOff x="0" y="0"/>
          <a:chExt cx="0" cy="0"/>
        </a:xfrm>
      </p:grpSpPr>
      <p:pic>
        <p:nvPicPr>
          <p:cNvPr id="1448" name="Google Shape;1448;p33"/>
          <p:cNvPicPr preferRelativeResize="0"/>
          <p:nvPr/>
        </p:nvPicPr>
        <p:blipFill rotWithShape="1">
          <a:blip r:embed="rId2">
            <a:alphaModFix amt="60000"/>
          </a:blip>
          <a:srcRect l="39" r="29"/>
          <a:stretch/>
        </p:blipFill>
        <p:spPr>
          <a:xfrm>
            <a:off x="0" y="1"/>
            <a:ext cx="9144002" cy="5143499"/>
          </a:xfrm>
          <a:prstGeom prst="rect">
            <a:avLst/>
          </a:prstGeom>
          <a:noFill/>
          <a:ln>
            <a:noFill/>
          </a:ln>
        </p:spPr>
      </p:pic>
      <p:sp>
        <p:nvSpPr>
          <p:cNvPr id="1449" name="Google Shape;1449;p33"/>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1450" name="Google Shape;1450;p33"/>
          <p:cNvPicPr preferRelativeResize="0"/>
          <p:nvPr/>
        </p:nvPicPr>
        <p:blipFill>
          <a:blip r:embed="rId3">
            <a:alphaModFix/>
          </a:blip>
          <a:stretch>
            <a:fillRect/>
          </a:stretch>
        </p:blipFill>
        <p:spPr>
          <a:xfrm flipH="1">
            <a:off x="997466" y="4009875"/>
            <a:ext cx="9353213" cy="2681250"/>
          </a:xfrm>
          <a:prstGeom prst="rect">
            <a:avLst/>
          </a:prstGeom>
          <a:noFill/>
          <a:ln>
            <a:noFill/>
          </a:ln>
        </p:spPr>
      </p:pic>
      <p:grpSp>
        <p:nvGrpSpPr>
          <p:cNvPr id="1451" name="Google Shape;1451;p33"/>
          <p:cNvGrpSpPr/>
          <p:nvPr/>
        </p:nvGrpSpPr>
        <p:grpSpPr>
          <a:xfrm flipH="1">
            <a:off x="426319" y="3778870"/>
            <a:ext cx="289170" cy="284718"/>
            <a:chOff x="426000" y="3302025"/>
            <a:chExt cx="220875" cy="217475"/>
          </a:xfrm>
        </p:grpSpPr>
        <p:sp>
          <p:nvSpPr>
            <p:cNvPr id="1452" name="Google Shape;1452;p33"/>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3"/>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33"/>
          <p:cNvGrpSpPr/>
          <p:nvPr/>
        </p:nvGrpSpPr>
        <p:grpSpPr>
          <a:xfrm flipH="1">
            <a:off x="-1053226" y="2428970"/>
            <a:ext cx="1965289" cy="517060"/>
            <a:chOff x="3539975" y="3523525"/>
            <a:chExt cx="745925" cy="196250"/>
          </a:xfrm>
        </p:grpSpPr>
        <p:sp>
          <p:nvSpPr>
            <p:cNvPr id="1455" name="Google Shape;1455;p3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3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3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3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3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3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3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6">
  <p:cSld name="CUSTOM_3_1_1_1_1_1">
    <p:spTree>
      <p:nvGrpSpPr>
        <p:cNvPr id="1" name="Shape 1471"/>
        <p:cNvGrpSpPr/>
        <p:nvPr/>
      </p:nvGrpSpPr>
      <p:grpSpPr>
        <a:xfrm>
          <a:off x="0" y="0"/>
          <a:ext cx="0" cy="0"/>
          <a:chOff x="0" y="0"/>
          <a:chExt cx="0" cy="0"/>
        </a:xfrm>
      </p:grpSpPr>
      <p:pic>
        <p:nvPicPr>
          <p:cNvPr id="1472" name="Google Shape;1472;p34"/>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1473" name="Google Shape;1473;p34"/>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474" name="Google Shape;1474;p34"/>
          <p:cNvGrpSpPr/>
          <p:nvPr/>
        </p:nvGrpSpPr>
        <p:grpSpPr>
          <a:xfrm>
            <a:off x="391864" y="1291684"/>
            <a:ext cx="289170" cy="284718"/>
            <a:chOff x="426000" y="3302025"/>
            <a:chExt cx="220875" cy="217475"/>
          </a:xfrm>
        </p:grpSpPr>
        <p:sp>
          <p:nvSpPr>
            <p:cNvPr id="1475" name="Google Shape;1475;p3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3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 name="Google Shape;1477;p34"/>
          <p:cNvGrpSpPr/>
          <p:nvPr/>
        </p:nvGrpSpPr>
        <p:grpSpPr>
          <a:xfrm rot="10800000" flipH="1">
            <a:off x="357713" y="3259593"/>
            <a:ext cx="357454" cy="956304"/>
            <a:chOff x="357713" y="600975"/>
            <a:chExt cx="357454" cy="956304"/>
          </a:xfrm>
        </p:grpSpPr>
        <p:sp>
          <p:nvSpPr>
            <p:cNvPr id="1478" name="Google Shape;1478;p34"/>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34"/>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4"/>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4"/>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 name="Google Shape;1482;p34"/>
          <p:cNvGrpSpPr/>
          <p:nvPr/>
        </p:nvGrpSpPr>
        <p:grpSpPr>
          <a:xfrm rot="10800000" flipH="1">
            <a:off x="7777083" y="4709252"/>
            <a:ext cx="793256" cy="182899"/>
            <a:chOff x="2685575" y="2835950"/>
            <a:chExt cx="433000" cy="99825"/>
          </a:xfrm>
        </p:grpSpPr>
        <p:sp>
          <p:nvSpPr>
            <p:cNvPr id="1483" name="Google Shape;1483;p34"/>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4"/>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4"/>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4"/>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 name="Google Shape;1487;p34"/>
          <p:cNvGrpSpPr/>
          <p:nvPr/>
        </p:nvGrpSpPr>
        <p:grpSpPr>
          <a:xfrm rot="10800000" flipH="1">
            <a:off x="507239" y="4684974"/>
            <a:ext cx="2019176" cy="2019176"/>
            <a:chOff x="1943325" y="-220375"/>
            <a:chExt cx="1298672" cy="1298672"/>
          </a:xfrm>
        </p:grpSpPr>
        <p:sp>
          <p:nvSpPr>
            <p:cNvPr id="1488" name="Google Shape;1488;p34"/>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4"/>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4"/>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4"/>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4"/>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4"/>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4"/>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4"/>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4"/>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34"/>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4"/>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4"/>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4"/>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4"/>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4"/>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4"/>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4"/>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4"/>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4"/>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4"/>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34"/>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34"/>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4"/>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4"/>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34"/>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34"/>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34"/>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34"/>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34"/>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4"/>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4"/>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4"/>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4"/>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4"/>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34"/>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34"/>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4"/>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4"/>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4"/>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34"/>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34"/>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4"/>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4"/>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4"/>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34"/>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4"/>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4"/>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4"/>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 name="Google Shape;1536;p34"/>
          <p:cNvGrpSpPr/>
          <p:nvPr/>
        </p:nvGrpSpPr>
        <p:grpSpPr>
          <a:xfrm rot="10800000" flipH="1">
            <a:off x="7907690" y="538242"/>
            <a:ext cx="1965289" cy="517060"/>
            <a:chOff x="3539975" y="3523525"/>
            <a:chExt cx="745925" cy="196250"/>
          </a:xfrm>
        </p:grpSpPr>
        <p:sp>
          <p:nvSpPr>
            <p:cNvPr id="1537" name="Google Shape;1537;p34"/>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34"/>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34"/>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4"/>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4"/>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34"/>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34"/>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4"/>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4"/>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34"/>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34"/>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34"/>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4"/>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34"/>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34"/>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4"/>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hanks">
  <p:cSld name="CUSTOM_4">
    <p:spTree>
      <p:nvGrpSpPr>
        <p:cNvPr id="1" name="Shape 1556"/>
        <p:cNvGrpSpPr/>
        <p:nvPr/>
      </p:nvGrpSpPr>
      <p:grpSpPr>
        <a:xfrm>
          <a:off x="0" y="0"/>
          <a:ext cx="0" cy="0"/>
          <a:chOff x="0" y="0"/>
          <a:chExt cx="0" cy="0"/>
        </a:xfrm>
      </p:grpSpPr>
      <p:pic>
        <p:nvPicPr>
          <p:cNvPr id="1557" name="Google Shape;1557;p36"/>
          <p:cNvPicPr preferRelativeResize="0"/>
          <p:nvPr/>
        </p:nvPicPr>
        <p:blipFill rotWithShape="1">
          <a:blip r:embed="rId2">
            <a:alphaModFix amt="60000"/>
          </a:blip>
          <a:srcRect t="9" b="9"/>
          <a:stretch/>
        </p:blipFill>
        <p:spPr>
          <a:xfrm flipH="1">
            <a:off x="0" y="1"/>
            <a:ext cx="9144002" cy="5143499"/>
          </a:xfrm>
          <a:prstGeom prst="rect">
            <a:avLst/>
          </a:prstGeom>
          <a:noFill/>
          <a:ln>
            <a:noFill/>
          </a:ln>
        </p:spPr>
      </p:pic>
      <p:sp>
        <p:nvSpPr>
          <p:cNvPr id="1558" name="Google Shape;1558;p36"/>
          <p:cNvSpPr txBox="1">
            <a:spLocks noGrp="1"/>
          </p:cNvSpPr>
          <p:nvPr>
            <p:ph type="title"/>
          </p:nvPr>
        </p:nvSpPr>
        <p:spPr>
          <a:xfrm>
            <a:off x="866150" y="539000"/>
            <a:ext cx="3856500" cy="7629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5800"/>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1559" name="Google Shape;1559;p36"/>
          <p:cNvSpPr txBox="1">
            <a:spLocks noGrp="1"/>
          </p:cNvSpPr>
          <p:nvPr>
            <p:ph type="subTitle" idx="1"/>
          </p:nvPr>
        </p:nvSpPr>
        <p:spPr>
          <a:xfrm>
            <a:off x="866275" y="1672187"/>
            <a:ext cx="3856500" cy="1040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60" name="Google Shape;1560;p36"/>
          <p:cNvSpPr txBox="1"/>
          <p:nvPr/>
        </p:nvSpPr>
        <p:spPr>
          <a:xfrm>
            <a:off x="872400" y="3715100"/>
            <a:ext cx="3246900" cy="615600"/>
          </a:xfrm>
          <a:prstGeom prst="rect">
            <a:avLst/>
          </a:prstGeom>
          <a:noFill/>
          <a:ln>
            <a:noFill/>
          </a:ln>
        </p:spPr>
        <p:txBody>
          <a:bodyPr spcFirstLastPara="1" wrap="square" lIns="91425" tIns="182875" rIns="91425" bIns="91425" anchor="b" anchorCtr="0">
            <a:noAutofit/>
          </a:bodyPr>
          <a:lstStyle/>
          <a:p>
            <a:pPr marL="0" lvl="0" indent="0" algn="l" rtl="0">
              <a:lnSpc>
                <a:spcPct val="100000"/>
              </a:lnSpc>
              <a:spcBef>
                <a:spcPts val="300"/>
              </a:spcBef>
              <a:spcAft>
                <a:spcPts val="0"/>
              </a:spcAft>
              <a:buNone/>
            </a:pPr>
            <a:r>
              <a:rPr lang="en" sz="1100" b="1">
                <a:solidFill>
                  <a:schemeClr val="lt1"/>
                </a:solidFill>
                <a:latin typeface="Bai Jamjuree"/>
                <a:ea typeface="Bai Jamjuree"/>
                <a:cs typeface="Bai Jamjuree"/>
                <a:sym typeface="Bai Jamjuree"/>
              </a:rPr>
              <a:t>CREDITS</a:t>
            </a:r>
            <a:r>
              <a:rPr lang="en" sz="1100">
                <a:solidFill>
                  <a:schemeClr val="lt1"/>
                </a:solidFill>
                <a:latin typeface="Bai Jamjuree"/>
                <a:ea typeface="Bai Jamjuree"/>
                <a:cs typeface="Bai Jamjuree"/>
                <a:sym typeface="Bai Jamjuree"/>
              </a:rPr>
              <a:t>: This presentation template was created by </a:t>
            </a:r>
            <a:r>
              <a:rPr lang="en" sz="1100" b="1">
                <a:solidFill>
                  <a:schemeClr val="lt1"/>
                </a:solidFill>
                <a:uFill>
                  <a:noFill/>
                </a:uFill>
                <a:latin typeface="Bai Jamjuree"/>
                <a:ea typeface="Bai Jamjuree"/>
                <a:cs typeface="Bai Jamjuree"/>
                <a:sym typeface="Bai Jamjuree"/>
                <a:hlinkClick r:id="rId3">
                  <a:extLst>
                    <a:ext uri="{A12FA001-AC4F-418D-AE19-62706E023703}">
                      <ahyp:hlinkClr xmlns:ahyp="http://schemas.microsoft.com/office/drawing/2018/hyperlinkcolor" val="tx"/>
                    </a:ext>
                  </a:extLst>
                </a:hlinkClick>
              </a:rPr>
              <a:t>Slidesgo</a:t>
            </a:r>
            <a:r>
              <a:rPr lang="en" sz="1100">
                <a:solidFill>
                  <a:schemeClr val="lt1"/>
                </a:solidFill>
                <a:latin typeface="Bai Jamjuree"/>
                <a:ea typeface="Bai Jamjuree"/>
                <a:cs typeface="Bai Jamjuree"/>
                <a:sym typeface="Bai Jamjuree"/>
              </a:rPr>
              <a:t>, and includes icons by </a:t>
            </a:r>
            <a:r>
              <a:rPr lang="en" sz="1100" b="1">
                <a:solidFill>
                  <a:schemeClr val="lt1"/>
                </a:solidFill>
                <a:uFill>
                  <a:noFill/>
                </a:uFill>
                <a:latin typeface="Bai Jamjuree"/>
                <a:ea typeface="Bai Jamjuree"/>
                <a:cs typeface="Bai Jamjuree"/>
                <a:sym typeface="Bai Jamjuree"/>
                <a:hlinkClick r:id="rId4">
                  <a:extLst>
                    <a:ext uri="{A12FA001-AC4F-418D-AE19-62706E023703}">
                      <ahyp:hlinkClr xmlns:ahyp="http://schemas.microsoft.com/office/drawing/2018/hyperlinkcolor" val="tx"/>
                    </a:ext>
                  </a:extLst>
                </a:hlinkClick>
              </a:rPr>
              <a:t>Flaticon</a:t>
            </a:r>
            <a:r>
              <a:rPr lang="en" sz="1100" b="1">
                <a:solidFill>
                  <a:schemeClr val="lt1"/>
                </a:solidFill>
                <a:latin typeface="Bai Jamjuree"/>
                <a:ea typeface="Bai Jamjuree"/>
                <a:cs typeface="Bai Jamjuree"/>
                <a:sym typeface="Bai Jamjuree"/>
              </a:rPr>
              <a:t> </a:t>
            </a:r>
            <a:r>
              <a:rPr lang="en" sz="1100">
                <a:solidFill>
                  <a:schemeClr val="lt1"/>
                </a:solidFill>
                <a:latin typeface="Bai Jamjuree"/>
                <a:ea typeface="Bai Jamjuree"/>
                <a:cs typeface="Bai Jamjuree"/>
                <a:sym typeface="Bai Jamjuree"/>
              </a:rPr>
              <a:t>and infographics &amp; images by </a:t>
            </a:r>
            <a:r>
              <a:rPr lang="en" sz="1100" b="1">
                <a:solidFill>
                  <a:schemeClr val="lt1"/>
                </a:solidFill>
                <a:uFill>
                  <a:noFill/>
                </a:uFill>
                <a:latin typeface="Bai Jamjuree"/>
                <a:ea typeface="Bai Jamjuree"/>
                <a:cs typeface="Bai Jamjuree"/>
                <a:sym typeface="Bai Jamjuree"/>
                <a:hlinkClick r:id="rId5">
                  <a:extLst>
                    <a:ext uri="{A12FA001-AC4F-418D-AE19-62706E023703}">
                      <ahyp:hlinkClr xmlns:ahyp="http://schemas.microsoft.com/office/drawing/2018/hyperlinkcolor" val="tx"/>
                    </a:ext>
                  </a:extLst>
                </a:hlinkClick>
              </a:rPr>
              <a:t>Freepik</a:t>
            </a:r>
            <a:endParaRPr sz="1100" b="1">
              <a:solidFill>
                <a:schemeClr val="lt1"/>
              </a:solidFill>
              <a:latin typeface="Bai Jamjuree"/>
              <a:ea typeface="Bai Jamjuree"/>
              <a:cs typeface="Bai Jamjuree"/>
              <a:sym typeface="Bai Jamjuree"/>
            </a:endParaRPr>
          </a:p>
        </p:txBody>
      </p:sp>
      <p:grpSp>
        <p:nvGrpSpPr>
          <p:cNvPr id="1561" name="Google Shape;1561;p36"/>
          <p:cNvGrpSpPr/>
          <p:nvPr/>
        </p:nvGrpSpPr>
        <p:grpSpPr>
          <a:xfrm>
            <a:off x="-1416836" y="2858310"/>
            <a:ext cx="2019176" cy="2019176"/>
            <a:chOff x="1943325" y="-220375"/>
            <a:chExt cx="1298672" cy="1298672"/>
          </a:xfrm>
        </p:grpSpPr>
        <p:sp>
          <p:nvSpPr>
            <p:cNvPr id="1562" name="Google Shape;1562;p36"/>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6"/>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6"/>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6"/>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6"/>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6"/>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6"/>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6"/>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6"/>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6"/>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6"/>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6"/>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6"/>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6"/>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6"/>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6"/>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6"/>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6"/>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36"/>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36"/>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6"/>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6"/>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36"/>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36"/>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36"/>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36"/>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36"/>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6"/>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6"/>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6"/>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6"/>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6"/>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36"/>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36"/>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6"/>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6"/>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6"/>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36"/>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36"/>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6"/>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6"/>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6"/>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36"/>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6"/>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6"/>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6"/>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6"/>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6"/>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 name="Google Shape;1610;p36"/>
          <p:cNvGrpSpPr/>
          <p:nvPr/>
        </p:nvGrpSpPr>
        <p:grpSpPr>
          <a:xfrm rot="-5400000">
            <a:off x="-3038008" y="-1227121"/>
            <a:ext cx="3952129" cy="3175881"/>
            <a:chOff x="5256209" y="-1994879"/>
            <a:chExt cx="3952129" cy="3175881"/>
          </a:xfrm>
        </p:grpSpPr>
        <p:sp>
          <p:nvSpPr>
            <p:cNvPr id="1611" name="Google Shape;1611;p36"/>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6"/>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p:cSld name="CUSTOM_5">
    <p:spTree>
      <p:nvGrpSpPr>
        <p:cNvPr id="1" name="Shape 1613"/>
        <p:cNvGrpSpPr/>
        <p:nvPr/>
      </p:nvGrpSpPr>
      <p:grpSpPr>
        <a:xfrm>
          <a:off x="0" y="0"/>
          <a:ext cx="0" cy="0"/>
          <a:chOff x="0" y="0"/>
          <a:chExt cx="0" cy="0"/>
        </a:xfrm>
      </p:grpSpPr>
      <p:pic>
        <p:nvPicPr>
          <p:cNvPr id="1614" name="Google Shape;1614;p37"/>
          <p:cNvPicPr preferRelativeResize="0"/>
          <p:nvPr/>
        </p:nvPicPr>
        <p:blipFill rotWithShape="1">
          <a:blip r:embed="rId2">
            <a:alphaModFix amt="60000"/>
          </a:blip>
          <a:srcRect t="9" b="9"/>
          <a:stretch/>
        </p:blipFill>
        <p:spPr>
          <a:xfrm>
            <a:off x="0" y="1"/>
            <a:ext cx="9144002" cy="5143499"/>
          </a:xfrm>
          <a:prstGeom prst="rect">
            <a:avLst/>
          </a:prstGeom>
          <a:noFill/>
          <a:ln>
            <a:noFill/>
          </a:ln>
        </p:spPr>
      </p:pic>
      <p:pic>
        <p:nvPicPr>
          <p:cNvPr id="1615" name="Google Shape;1615;p37"/>
          <p:cNvPicPr preferRelativeResize="0"/>
          <p:nvPr/>
        </p:nvPicPr>
        <p:blipFill rotWithShape="1">
          <a:blip r:embed="rId3">
            <a:alphaModFix amt="60000"/>
          </a:blip>
          <a:srcRect t="9" b="9"/>
          <a:stretch/>
        </p:blipFill>
        <p:spPr>
          <a:xfrm>
            <a:off x="0" y="1"/>
            <a:ext cx="9144002" cy="5143499"/>
          </a:xfrm>
          <a:prstGeom prst="rect">
            <a:avLst/>
          </a:prstGeom>
          <a:noFill/>
          <a:ln>
            <a:noFill/>
          </a:ln>
        </p:spPr>
      </p:pic>
      <p:pic>
        <p:nvPicPr>
          <p:cNvPr id="1616" name="Google Shape;1616;p37"/>
          <p:cNvPicPr preferRelativeResize="0"/>
          <p:nvPr/>
        </p:nvPicPr>
        <p:blipFill>
          <a:blip r:embed="rId4">
            <a:alphaModFix/>
          </a:blip>
          <a:stretch>
            <a:fillRect/>
          </a:stretch>
        </p:blipFill>
        <p:spPr>
          <a:xfrm>
            <a:off x="-467701" y="3755650"/>
            <a:ext cx="9353213" cy="2681250"/>
          </a:xfrm>
          <a:prstGeom prst="rect">
            <a:avLst/>
          </a:prstGeom>
          <a:noFill/>
          <a:ln>
            <a:noFill/>
          </a:ln>
        </p:spPr>
      </p:pic>
      <p:grpSp>
        <p:nvGrpSpPr>
          <p:cNvPr id="1617" name="Google Shape;1617;p37"/>
          <p:cNvGrpSpPr/>
          <p:nvPr/>
        </p:nvGrpSpPr>
        <p:grpSpPr>
          <a:xfrm>
            <a:off x="391864" y="3545270"/>
            <a:ext cx="289170" cy="284718"/>
            <a:chOff x="426000" y="3302025"/>
            <a:chExt cx="220875" cy="217475"/>
          </a:xfrm>
        </p:grpSpPr>
        <p:sp>
          <p:nvSpPr>
            <p:cNvPr id="1618" name="Google Shape;1618;p37"/>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37"/>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 name="Google Shape;1620;p37"/>
          <p:cNvGrpSpPr/>
          <p:nvPr/>
        </p:nvGrpSpPr>
        <p:grpSpPr>
          <a:xfrm>
            <a:off x="357713" y="905775"/>
            <a:ext cx="357454" cy="956304"/>
            <a:chOff x="357713" y="600975"/>
            <a:chExt cx="357454" cy="956304"/>
          </a:xfrm>
        </p:grpSpPr>
        <p:sp>
          <p:nvSpPr>
            <p:cNvPr id="1621" name="Google Shape;1621;p37"/>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37"/>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37"/>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37"/>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 name="Google Shape;1625;p37"/>
          <p:cNvGrpSpPr/>
          <p:nvPr/>
        </p:nvGrpSpPr>
        <p:grpSpPr>
          <a:xfrm>
            <a:off x="5258308" y="722871"/>
            <a:ext cx="793256" cy="182899"/>
            <a:chOff x="2685575" y="2835950"/>
            <a:chExt cx="433000" cy="99825"/>
          </a:xfrm>
        </p:grpSpPr>
        <p:sp>
          <p:nvSpPr>
            <p:cNvPr id="1626" name="Google Shape;1626;p37"/>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7"/>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7"/>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7"/>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 name="Google Shape;1630;p37"/>
          <p:cNvGrpSpPr/>
          <p:nvPr/>
        </p:nvGrpSpPr>
        <p:grpSpPr>
          <a:xfrm>
            <a:off x="8366565" y="3429220"/>
            <a:ext cx="1965289" cy="517060"/>
            <a:chOff x="3539975" y="3523525"/>
            <a:chExt cx="745925" cy="196250"/>
          </a:xfrm>
        </p:grpSpPr>
        <p:sp>
          <p:nvSpPr>
            <p:cNvPr id="1631" name="Google Shape;1631;p37"/>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37"/>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37"/>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7"/>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7"/>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7"/>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37"/>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37"/>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7"/>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7"/>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7"/>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37"/>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37"/>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37"/>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7"/>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7"/>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47" name="Google Shape;1647;p37"/>
          <p:cNvPicPr preferRelativeResize="0"/>
          <p:nvPr/>
        </p:nvPicPr>
        <p:blipFill>
          <a:blip r:embed="rId5">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1">
  <p:cSld name="CUSTOM_5_1">
    <p:spTree>
      <p:nvGrpSpPr>
        <p:cNvPr id="1" name="Shape 1648"/>
        <p:cNvGrpSpPr/>
        <p:nvPr/>
      </p:nvGrpSpPr>
      <p:grpSpPr>
        <a:xfrm>
          <a:off x="0" y="0"/>
          <a:ext cx="0" cy="0"/>
          <a:chOff x="0" y="0"/>
          <a:chExt cx="0" cy="0"/>
        </a:xfrm>
      </p:grpSpPr>
      <p:pic>
        <p:nvPicPr>
          <p:cNvPr id="1649" name="Google Shape;1649;p38"/>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pic>
        <p:nvPicPr>
          <p:cNvPr id="1650" name="Google Shape;1650;p38"/>
          <p:cNvPicPr preferRelativeResize="0"/>
          <p:nvPr/>
        </p:nvPicPr>
        <p:blipFill rotWithShape="1">
          <a:blip r:embed="rId3">
            <a:alphaModFix/>
          </a:blip>
          <a:srcRect l="228" r="238"/>
          <a:stretch/>
        </p:blipFill>
        <p:spPr>
          <a:xfrm flipH="1">
            <a:off x="-9" y="4016075"/>
            <a:ext cx="9353213" cy="2681250"/>
          </a:xfrm>
          <a:prstGeom prst="rect">
            <a:avLst/>
          </a:prstGeom>
          <a:noFill/>
          <a:ln>
            <a:noFill/>
          </a:ln>
        </p:spPr>
      </p:pic>
      <p:grpSp>
        <p:nvGrpSpPr>
          <p:cNvPr id="1651" name="Google Shape;1651;p38"/>
          <p:cNvGrpSpPr/>
          <p:nvPr/>
        </p:nvGrpSpPr>
        <p:grpSpPr>
          <a:xfrm flipH="1">
            <a:off x="8483181" y="4016070"/>
            <a:ext cx="283332" cy="284718"/>
            <a:chOff x="423709" y="3302025"/>
            <a:chExt cx="216416" cy="217475"/>
          </a:xfrm>
        </p:grpSpPr>
        <p:sp>
          <p:nvSpPr>
            <p:cNvPr id="1652" name="Google Shape;1652;p38"/>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8"/>
            <p:cNvSpPr/>
            <p:nvPr/>
          </p:nvSpPr>
          <p:spPr>
            <a:xfrm>
              <a:off x="423709"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 name="Google Shape;1654;p38"/>
          <p:cNvGrpSpPr/>
          <p:nvPr/>
        </p:nvGrpSpPr>
        <p:grpSpPr>
          <a:xfrm flipH="1">
            <a:off x="8175513" y="140497"/>
            <a:ext cx="2019176" cy="2019176"/>
            <a:chOff x="1943325" y="-220375"/>
            <a:chExt cx="1298672" cy="1298672"/>
          </a:xfrm>
        </p:grpSpPr>
        <p:sp>
          <p:nvSpPr>
            <p:cNvPr id="1655" name="Google Shape;1655;p38"/>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38"/>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8"/>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8"/>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8"/>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38"/>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38"/>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8"/>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8"/>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38"/>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38"/>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8"/>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8"/>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38"/>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38"/>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8"/>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8"/>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38"/>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38"/>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8"/>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8"/>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38"/>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38"/>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38"/>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8"/>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8"/>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8"/>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38"/>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38"/>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38"/>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38"/>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38"/>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8"/>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38"/>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38"/>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8"/>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38"/>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8"/>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8"/>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8"/>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8"/>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8"/>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8"/>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8"/>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8"/>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8"/>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8"/>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8"/>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 name="Google Shape;1703;p38"/>
          <p:cNvGrpSpPr/>
          <p:nvPr/>
        </p:nvGrpSpPr>
        <p:grpSpPr>
          <a:xfrm flipH="1">
            <a:off x="-467701" y="3429220"/>
            <a:ext cx="1965289" cy="517060"/>
            <a:chOff x="3539975" y="3523525"/>
            <a:chExt cx="745925" cy="196250"/>
          </a:xfrm>
        </p:grpSpPr>
        <p:sp>
          <p:nvSpPr>
            <p:cNvPr id="1704" name="Google Shape;1704;p38"/>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8"/>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8"/>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8"/>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8"/>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8"/>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8"/>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8"/>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8"/>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8"/>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8"/>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8"/>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8"/>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8"/>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8"/>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8"/>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720" name="Google Shape;1720;p38"/>
          <p:cNvPicPr preferRelativeResize="0"/>
          <p:nvPr/>
        </p:nvPicPr>
        <p:blipFill>
          <a:blip r:embed="rId4">
            <a:alphaModFix/>
          </a:blip>
          <a:stretch>
            <a:fillRect/>
          </a:stretch>
        </p:blipFill>
        <p:spPr>
          <a:xfrm flipH="1">
            <a:off x="-403499" y="-646075"/>
            <a:ext cx="2527512" cy="268125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ustom layout">
  <p:cSld name="AUTOLAYOUT">
    <p:bg>
      <p:bgPr>
        <a:solidFill>
          <a:srgbClr val="FFFFFF"/>
        </a:solidFill>
        <a:effectLst/>
      </p:bgPr>
    </p:bg>
    <p:spTree>
      <p:nvGrpSpPr>
        <p:cNvPr id="1" name="Shape 1721"/>
        <p:cNvGrpSpPr/>
        <p:nvPr/>
      </p:nvGrpSpPr>
      <p:grpSpPr>
        <a:xfrm>
          <a:off x="0" y="0"/>
          <a:ext cx="0" cy="0"/>
          <a:chOff x="0" y="0"/>
          <a:chExt cx="0" cy="0"/>
        </a:xfrm>
      </p:grpSpPr>
      <p:sp>
        <p:nvSpPr>
          <p:cNvPr id="1722" name="Google Shape;1722;p39"/>
          <p:cNvSpPr/>
          <p:nvPr/>
        </p:nvSpPr>
        <p:spPr>
          <a:xfrm>
            <a:off x="0" y="0"/>
            <a:ext cx="9144000" cy="5143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p:cNvSpPr/>
          <p:nvPr/>
        </p:nvSpPr>
        <p:spPr>
          <a:xfrm>
            <a:off x="0" y="25"/>
            <a:ext cx="4011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9"/>
          <p:cNvSpPr txBox="1">
            <a:spLocks noGrp="1"/>
          </p:cNvSpPr>
          <p:nvPr>
            <p:ph type="ctrTitle"/>
          </p:nvPr>
        </p:nvSpPr>
        <p:spPr>
          <a:xfrm>
            <a:off x="315175" y="1181100"/>
            <a:ext cx="3224400" cy="1585800"/>
          </a:xfrm>
          <a:prstGeom prst="rect">
            <a:avLst/>
          </a:prstGeom>
          <a:noFill/>
        </p:spPr>
        <p:txBody>
          <a:bodyPr spcFirstLastPara="1" wrap="square" lIns="91425" tIns="0" rIns="91425" bIns="91425" anchor="b" anchorCtr="0">
            <a:noAutofit/>
          </a:bodyPr>
          <a:lstStyle>
            <a:lvl1pPr lvl="0" algn="l">
              <a:lnSpc>
                <a:spcPct val="100000"/>
              </a:lnSpc>
              <a:spcBef>
                <a:spcPts val="0"/>
              </a:spcBef>
              <a:spcAft>
                <a:spcPts val="0"/>
              </a:spcAft>
              <a:buClr>
                <a:schemeClr val="lt1"/>
              </a:buClr>
              <a:buSzPts val="3000"/>
              <a:buNone/>
              <a:defRPr sz="3000" b="1">
                <a:solidFill>
                  <a:schemeClr val="lt1"/>
                </a:solidFill>
              </a:defRPr>
            </a:lvl1pPr>
            <a:lvl2pPr lvl="1" algn="l">
              <a:lnSpc>
                <a:spcPct val="100000"/>
              </a:lnSpc>
              <a:spcBef>
                <a:spcPts val="0"/>
              </a:spcBef>
              <a:spcAft>
                <a:spcPts val="0"/>
              </a:spcAft>
              <a:buClr>
                <a:schemeClr val="lt1"/>
              </a:buClr>
              <a:buSzPts val="3000"/>
              <a:buNone/>
              <a:defRPr sz="3000" b="1">
                <a:solidFill>
                  <a:schemeClr val="lt1"/>
                </a:solidFill>
              </a:defRPr>
            </a:lvl2pPr>
            <a:lvl3pPr lvl="2" algn="l">
              <a:lnSpc>
                <a:spcPct val="100000"/>
              </a:lnSpc>
              <a:spcBef>
                <a:spcPts val="0"/>
              </a:spcBef>
              <a:spcAft>
                <a:spcPts val="0"/>
              </a:spcAft>
              <a:buClr>
                <a:schemeClr val="lt1"/>
              </a:buClr>
              <a:buSzPts val="3000"/>
              <a:buNone/>
              <a:defRPr sz="3000" b="1">
                <a:solidFill>
                  <a:schemeClr val="lt1"/>
                </a:solidFill>
              </a:defRPr>
            </a:lvl3pPr>
            <a:lvl4pPr lvl="3" algn="l">
              <a:lnSpc>
                <a:spcPct val="100000"/>
              </a:lnSpc>
              <a:spcBef>
                <a:spcPts val="0"/>
              </a:spcBef>
              <a:spcAft>
                <a:spcPts val="0"/>
              </a:spcAft>
              <a:buClr>
                <a:schemeClr val="lt1"/>
              </a:buClr>
              <a:buSzPts val="3000"/>
              <a:buNone/>
              <a:defRPr sz="3000" b="1">
                <a:solidFill>
                  <a:schemeClr val="lt1"/>
                </a:solidFill>
              </a:defRPr>
            </a:lvl4pPr>
            <a:lvl5pPr lvl="4" algn="l">
              <a:lnSpc>
                <a:spcPct val="100000"/>
              </a:lnSpc>
              <a:spcBef>
                <a:spcPts val="0"/>
              </a:spcBef>
              <a:spcAft>
                <a:spcPts val="0"/>
              </a:spcAft>
              <a:buClr>
                <a:schemeClr val="lt1"/>
              </a:buClr>
              <a:buSzPts val="3000"/>
              <a:buNone/>
              <a:defRPr sz="3000" b="1">
                <a:solidFill>
                  <a:schemeClr val="lt1"/>
                </a:solidFill>
              </a:defRPr>
            </a:lvl5pPr>
            <a:lvl6pPr lvl="5" algn="l">
              <a:lnSpc>
                <a:spcPct val="100000"/>
              </a:lnSpc>
              <a:spcBef>
                <a:spcPts val="0"/>
              </a:spcBef>
              <a:spcAft>
                <a:spcPts val="0"/>
              </a:spcAft>
              <a:buClr>
                <a:schemeClr val="lt1"/>
              </a:buClr>
              <a:buSzPts val="3000"/>
              <a:buNone/>
              <a:defRPr sz="3000" b="1">
                <a:solidFill>
                  <a:schemeClr val="lt1"/>
                </a:solidFill>
              </a:defRPr>
            </a:lvl6pPr>
            <a:lvl7pPr lvl="6" algn="l">
              <a:lnSpc>
                <a:spcPct val="100000"/>
              </a:lnSpc>
              <a:spcBef>
                <a:spcPts val="0"/>
              </a:spcBef>
              <a:spcAft>
                <a:spcPts val="0"/>
              </a:spcAft>
              <a:buClr>
                <a:schemeClr val="lt1"/>
              </a:buClr>
              <a:buSzPts val="3000"/>
              <a:buNone/>
              <a:defRPr sz="3000" b="1">
                <a:solidFill>
                  <a:schemeClr val="lt1"/>
                </a:solidFill>
              </a:defRPr>
            </a:lvl7pPr>
            <a:lvl8pPr lvl="7" algn="l">
              <a:lnSpc>
                <a:spcPct val="100000"/>
              </a:lnSpc>
              <a:spcBef>
                <a:spcPts val="0"/>
              </a:spcBef>
              <a:spcAft>
                <a:spcPts val="0"/>
              </a:spcAft>
              <a:buClr>
                <a:schemeClr val="lt1"/>
              </a:buClr>
              <a:buSzPts val="3000"/>
              <a:buNone/>
              <a:defRPr sz="3000" b="1">
                <a:solidFill>
                  <a:schemeClr val="lt1"/>
                </a:solidFill>
              </a:defRPr>
            </a:lvl8pPr>
            <a:lvl9pPr lvl="8" algn="l">
              <a:lnSpc>
                <a:spcPct val="100000"/>
              </a:lnSpc>
              <a:spcBef>
                <a:spcPts val="0"/>
              </a:spcBef>
              <a:spcAft>
                <a:spcPts val="0"/>
              </a:spcAft>
              <a:buClr>
                <a:schemeClr val="lt1"/>
              </a:buClr>
              <a:buSzPts val="3000"/>
              <a:buNone/>
              <a:defRPr sz="3000" b="1">
                <a:solidFill>
                  <a:schemeClr val="lt1"/>
                </a:solidFill>
              </a:defRPr>
            </a:lvl9pPr>
          </a:lstStyle>
          <a:p>
            <a:endParaRPr/>
          </a:p>
        </p:txBody>
      </p:sp>
      <p:sp>
        <p:nvSpPr>
          <p:cNvPr id="1725" name="Google Shape;1725;p39"/>
          <p:cNvSpPr txBox="1">
            <a:spLocks noGrp="1"/>
          </p:cNvSpPr>
          <p:nvPr>
            <p:ph type="subTitle" idx="1"/>
          </p:nvPr>
        </p:nvSpPr>
        <p:spPr>
          <a:xfrm>
            <a:off x="315175" y="2919525"/>
            <a:ext cx="3224400" cy="633300"/>
          </a:xfrm>
          <a:prstGeom prst="rect">
            <a:avLst/>
          </a:prstGeom>
          <a:noFill/>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1400"/>
              <a:buNone/>
              <a:defRPr sz="1400">
                <a:solidFill>
                  <a:schemeClr val="lt1"/>
                </a:solidFill>
              </a:defRPr>
            </a:lvl1pPr>
            <a:lvl2pPr lvl="1" algn="l">
              <a:lnSpc>
                <a:spcPct val="100000"/>
              </a:lnSpc>
              <a:spcBef>
                <a:spcPts val="0"/>
              </a:spcBef>
              <a:spcAft>
                <a:spcPts val="0"/>
              </a:spcAft>
              <a:buClr>
                <a:schemeClr val="lt1"/>
              </a:buClr>
              <a:buSzPts val="1400"/>
              <a:buNone/>
              <a:defRPr sz="1400">
                <a:solidFill>
                  <a:schemeClr val="lt1"/>
                </a:solidFill>
              </a:defRPr>
            </a:lvl2pPr>
            <a:lvl3pPr lvl="2" algn="l">
              <a:lnSpc>
                <a:spcPct val="100000"/>
              </a:lnSpc>
              <a:spcBef>
                <a:spcPts val="0"/>
              </a:spcBef>
              <a:spcAft>
                <a:spcPts val="0"/>
              </a:spcAft>
              <a:buClr>
                <a:schemeClr val="lt1"/>
              </a:buClr>
              <a:buSzPts val="1400"/>
              <a:buNone/>
              <a:defRPr sz="1400">
                <a:solidFill>
                  <a:schemeClr val="lt1"/>
                </a:solidFill>
              </a:defRPr>
            </a:lvl3pPr>
            <a:lvl4pPr lvl="3" algn="l">
              <a:lnSpc>
                <a:spcPct val="100000"/>
              </a:lnSpc>
              <a:spcBef>
                <a:spcPts val="0"/>
              </a:spcBef>
              <a:spcAft>
                <a:spcPts val="0"/>
              </a:spcAft>
              <a:buClr>
                <a:schemeClr val="lt1"/>
              </a:buClr>
              <a:buSzPts val="1400"/>
              <a:buNone/>
              <a:defRPr sz="1400">
                <a:solidFill>
                  <a:schemeClr val="lt1"/>
                </a:solidFill>
              </a:defRPr>
            </a:lvl4pPr>
            <a:lvl5pPr lvl="4" algn="l">
              <a:lnSpc>
                <a:spcPct val="100000"/>
              </a:lnSpc>
              <a:spcBef>
                <a:spcPts val="0"/>
              </a:spcBef>
              <a:spcAft>
                <a:spcPts val="0"/>
              </a:spcAft>
              <a:buClr>
                <a:schemeClr val="lt1"/>
              </a:buClr>
              <a:buSzPts val="1400"/>
              <a:buNone/>
              <a:defRPr sz="1400">
                <a:solidFill>
                  <a:schemeClr val="lt1"/>
                </a:solidFill>
              </a:defRPr>
            </a:lvl5pPr>
            <a:lvl6pPr lvl="5" algn="l">
              <a:lnSpc>
                <a:spcPct val="100000"/>
              </a:lnSpc>
              <a:spcBef>
                <a:spcPts val="0"/>
              </a:spcBef>
              <a:spcAft>
                <a:spcPts val="0"/>
              </a:spcAft>
              <a:buClr>
                <a:schemeClr val="lt1"/>
              </a:buClr>
              <a:buSzPts val="1400"/>
              <a:buNone/>
              <a:defRPr sz="1400">
                <a:solidFill>
                  <a:schemeClr val="lt1"/>
                </a:solidFill>
              </a:defRPr>
            </a:lvl6pPr>
            <a:lvl7pPr lvl="6" algn="l">
              <a:lnSpc>
                <a:spcPct val="100000"/>
              </a:lnSpc>
              <a:spcBef>
                <a:spcPts val="0"/>
              </a:spcBef>
              <a:spcAft>
                <a:spcPts val="0"/>
              </a:spcAft>
              <a:buClr>
                <a:schemeClr val="lt1"/>
              </a:buClr>
              <a:buSzPts val="1400"/>
              <a:buNone/>
              <a:defRPr sz="1400">
                <a:solidFill>
                  <a:schemeClr val="lt1"/>
                </a:solidFill>
              </a:defRPr>
            </a:lvl7pPr>
            <a:lvl8pPr lvl="7" algn="l">
              <a:lnSpc>
                <a:spcPct val="100000"/>
              </a:lnSpc>
              <a:spcBef>
                <a:spcPts val="0"/>
              </a:spcBef>
              <a:spcAft>
                <a:spcPts val="0"/>
              </a:spcAft>
              <a:buClr>
                <a:schemeClr val="lt1"/>
              </a:buClr>
              <a:buSzPts val="1400"/>
              <a:buNone/>
              <a:defRPr sz="1400">
                <a:solidFill>
                  <a:schemeClr val="lt1"/>
                </a:solidFill>
              </a:defRPr>
            </a:lvl8pPr>
            <a:lvl9pPr lvl="8" algn="l">
              <a:lnSpc>
                <a:spcPct val="100000"/>
              </a:lnSpc>
              <a:spcBef>
                <a:spcPts val="0"/>
              </a:spcBef>
              <a:spcAft>
                <a:spcPts val="0"/>
              </a:spcAft>
              <a:buClr>
                <a:schemeClr val="lt1"/>
              </a:buClr>
              <a:buSzPts val="1400"/>
              <a:buNone/>
              <a:defRPr sz="1400">
                <a:solidFill>
                  <a:schemeClr val="lt1"/>
                </a:solidFill>
              </a:defRPr>
            </a:lvl9pPr>
          </a:lstStyle>
          <a:p>
            <a:endParaRPr/>
          </a:p>
        </p:txBody>
      </p:sp>
      <p:sp>
        <p:nvSpPr>
          <p:cNvPr id="1726" name="Google Shape;1726;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lnSpc>
                <a:spcPct val="100000"/>
              </a:lnSpc>
              <a:spcAft>
                <a:spcPts val="0"/>
              </a:spcAft>
              <a:buNone/>
              <a:defRPr sz="1000">
                <a:solidFill>
                  <a:schemeClr val="dk1"/>
                </a:solidFill>
              </a:defRPr>
            </a:lvl1pPr>
            <a:lvl2pPr lvl="1" algn="r">
              <a:lnSpc>
                <a:spcPct val="100000"/>
              </a:lnSpc>
              <a:spcAft>
                <a:spcPts val="0"/>
              </a:spcAft>
              <a:buNone/>
              <a:defRPr sz="1000">
                <a:solidFill>
                  <a:schemeClr val="dk1"/>
                </a:solidFill>
              </a:defRPr>
            </a:lvl2pPr>
            <a:lvl3pPr lvl="2" algn="r">
              <a:lnSpc>
                <a:spcPct val="100000"/>
              </a:lnSpc>
              <a:spcAft>
                <a:spcPts val="0"/>
              </a:spcAft>
              <a:buNone/>
              <a:defRPr sz="1000">
                <a:solidFill>
                  <a:schemeClr val="dk1"/>
                </a:solidFill>
              </a:defRPr>
            </a:lvl3pPr>
            <a:lvl4pPr lvl="3" algn="r">
              <a:lnSpc>
                <a:spcPct val="100000"/>
              </a:lnSpc>
              <a:spcAft>
                <a:spcPts val="0"/>
              </a:spcAft>
              <a:buNone/>
              <a:defRPr sz="1000">
                <a:solidFill>
                  <a:schemeClr val="dk1"/>
                </a:solidFill>
              </a:defRPr>
            </a:lvl4pPr>
            <a:lvl5pPr lvl="4" algn="r">
              <a:lnSpc>
                <a:spcPct val="100000"/>
              </a:lnSpc>
              <a:spcAft>
                <a:spcPts val="0"/>
              </a:spcAft>
              <a:buNone/>
              <a:defRPr sz="1000">
                <a:solidFill>
                  <a:schemeClr val="dk1"/>
                </a:solidFill>
              </a:defRPr>
            </a:lvl5pPr>
            <a:lvl6pPr lvl="5" algn="r">
              <a:lnSpc>
                <a:spcPct val="100000"/>
              </a:lnSpc>
              <a:spcAft>
                <a:spcPts val="0"/>
              </a:spcAft>
              <a:buNone/>
              <a:defRPr sz="1000">
                <a:solidFill>
                  <a:schemeClr val="dk1"/>
                </a:solidFill>
              </a:defRPr>
            </a:lvl6pPr>
            <a:lvl7pPr lvl="6" algn="r">
              <a:lnSpc>
                <a:spcPct val="100000"/>
              </a:lnSpc>
              <a:spcAft>
                <a:spcPts val="0"/>
              </a:spcAft>
              <a:buNone/>
              <a:defRPr sz="1000">
                <a:solidFill>
                  <a:schemeClr val="dk1"/>
                </a:solidFill>
              </a:defRPr>
            </a:lvl7pPr>
            <a:lvl8pPr lvl="7" algn="r">
              <a:lnSpc>
                <a:spcPct val="100000"/>
              </a:lnSpc>
              <a:spcAft>
                <a:spcPts val="0"/>
              </a:spcAft>
              <a:buNone/>
              <a:defRPr sz="1000">
                <a:solidFill>
                  <a:schemeClr val="dk1"/>
                </a:solidFill>
              </a:defRPr>
            </a:lvl8pPr>
            <a:lvl9pPr lvl="8" algn="r">
              <a:lnSpc>
                <a:spcPct val="100000"/>
              </a:lnSpc>
              <a:spcAft>
                <a:spcPts val="0"/>
              </a:spcAft>
              <a:buNone/>
              <a:defRPr sz="1000">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500" y="538250"/>
            <a:ext cx="7713000" cy="479400"/>
          </a:xfrm>
          <a:prstGeom prst="rect">
            <a:avLst/>
          </a:prstGeom>
          <a:noFill/>
          <a:ln>
            <a:noFill/>
          </a:ln>
        </p:spPr>
        <p:txBody>
          <a:bodyPr spcFirstLastPara="1" wrap="square" lIns="91425" tIns="0" rIns="91425" bIns="91425" anchor="t" anchorCtr="0">
            <a:noAutofit/>
          </a:bodyPr>
          <a:lstStyle>
            <a:lvl1pPr lvl="0">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1pPr>
            <a:lvl2pPr lvl="1">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2pPr>
            <a:lvl3pPr lvl="2">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3pPr>
            <a:lvl4pPr lvl="3">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4pPr>
            <a:lvl5pPr lvl="4">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5pPr>
            <a:lvl6pPr lvl="5">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6pPr>
            <a:lvl7pPr lvl="6">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7pPr>
            <a:lvl8pPr lvl="7">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8pPr>
            <a:lvl9pPr lvl="8">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9pPr>
          </a:lstStyle>
          <a:p>
            <a:endParaRPr/>
          </a:p>
        </p:txBody>
      </p:sp>
      <p:sp>
        <p:nvSpPr>
          <p:cNvPr id="7" name="Google Shape;7;p1"/>
          <p:cNvSpPr txBox="1">
            <a:spLocks noGrp="1"/>
          </p:cNvSpPr>
          <p:nvPr>
            <p:ph type="body" idx="1"/>
          </p:nvPr>
        </p:nvSpPr>
        <p:spPr>
          <a:xfrm>
            <a:off x="715550" y="1152475"/>
            <a:ext cx="7713000" cy="34527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1pPr>
            <a:lvl2pPr marL="914400" lvl="1"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2pPr>
            <a:lvl3pPr marL="1371600" lvl="2"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3pPr>
            <a:lvl4pPr marL="1828800" lvl="3"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4pPr>
            <a:lvl5pPr marL="2286000" lvl="4"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5pPr>
            <a:lvl6pPr marL="2743200" lvl="5"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6pPr>
            <a:lvl7pPr marL="3200400" lvl="6"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7pPr>
            <a:lvl8pPr marL="3657600" lvl="7"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8pPr>
            <a:lvl9pPr marL="4114800" lvl="8"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3" r:id="rId3"/>
    <p:sldLayoutId id="2147483656" r:id="rId4"/>
    <p:sldLayoutId id="2147483657" r:id="rId5"/>
    <p:sldLayoutId id="2147483658" r:id="rId6"/>
    <p:sldLayoutId id="2147483659" r:id="rId7"/>
    <p:sldLayoutId id="2147483660" r:id="rId8"/>
    <p:sldLayoutId id="2147483661" r:id="rId9"/>
    <p:sldLayoutId id="2147483662" r:id="rId10"/>
    <p:sldLayoutId id="2147483664" r:id="rId11"/>
    <p:sldLayoutId id="2147483665" r:id="rId12"/>
    <p:sldLayoutId id="2147483666" r:id="rId13"/>
    <p:sldLayoutId id="2147483667" r:id="rId14"/>
    <p:sldLayoutId id="2147483668" r:id="rId15"/>
    <p:sldLayoutId id="2147483669" r:id="rId16"/>
    <p:sldLayoutId id="2147483670" r:id="rId17"/>
    <p:sldLayoutId id="2147483671" r:id="rId18"/>
    <p:sldLayoutId id="2147483672" r:id="rId19"/>
    <p:sldLayoutId id="2147483674" r:id="rId20"/>
    <p:sldLayoutId id="2147483675" r:id="rId21"/>
    <p:sldLayoutId id="2147483676" r:id="rId22"/>
    <p:sldLayoutId id="2147483677" r:id="rId23"/>
    <p:sldLayoutId id="2147483678" r:id="rId24"/>
    <p:sldLayoutId id="2147483679" r:id="rId25"/>
    <p:sldLayoutId id="2147483680" r:id="rId26"/>
    <p:sldLayoutId id="2147483682" r:id="rId27"/>
    <p:sldLayoutId id="2147483683" r:id="rId28"/>
    <p:sldLayoutId id="2147483684" r:id="rId29"/>
    <p:sldLayoutId id="2147483685"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736"/>
        <p:cNvGrpSpPr/>
        <p:nvPr/>
      </p:nvGrpSpPr>
      <p:grpSpPr>
        <a:xfrm>
          <a:off x="0" y="0"/>
          <a:ext cx="0" cy="0"/>
          <a:chOff x="0" y="0"/>
          <a:chExt cx="0" cy="0"/>
        </a:xfrm>
      </p:grpSpPr>
      <p:sp>
        <p:nvSpPr>
          <p:cNvPr id="1737" name="Google Shape;1737;p41"/>
          <p:cNvSpPr txBox="1">
            <a:spLocks noGrp="1"/>
          </p:cNvSpPr>
          <p:nvPr>
            <p:ph type="title"/>
          </p:nvPr>
        </p:nvSpPr>
        <p:spPr>
          <a:xfrm>
            <a:off x="1467300" y="2623376"/>
            <a:ext cx="6209400" cy="841800"/>
          </a:xfrm>
          <a:prstGeom prst="rect">
            <a:avLst/>
          </a:prstGeom>
        </p:spPr>
        <p:txBody>
          <a:bodyPr spcFirstLastPara="1" wrap="square" lIns="91425" tIns="0" rIns="91425" bIns="91425" anchor="ctr" anchorCtr="0">
            <a:noAutofit/>
          </a:bodyPr>
          <a:lstStyle/>
          <a:p>
            <a:pPr marL="0" lvl="0" indent="0" algn="l" rtl="0">
              <a:spcBef>
                <a:spcPts val="0"/>
              </a:spcBef>
              <a:spcAft>
                <a:spcPts val="0"/>
              </a:spcAft>
              <a:buNone/>
            </a:pPr>
            <a:r>
              <a:rPr lang="en" sz="4400">
                <a:solidFill>
                  <a:schemeClr val="dk2"/>
                </a:solidFill>
              </a:rPr>
              <a:t>K Nearest Neighbour</a:t>
            </a:r>
            <a:r>
              <a:rPr lang="en" sz="5900"/>
              <a:t> </a:t>
            </a:r>
            <a:endParaRPr sz="5900"/>
          </a:p>
        </p:txBody>
      </p:sp>
      <p:sp>
        <p:nvSpPr>
          <p:cNvPr id="1738" name="Google Shape;1738;p41"/>
          <p:cNvSpPr txBox="1">
            <a:spLocks noGrp="1"/>
          </p:cNvSpPr>
          <p:nvPr>
            <p:ph type="title" idx="2"/>
          </p:nvPr>
        </p:nvSpPr>
        <p:spPr>
          <a:xfrm>
            <a:off x="2748300" y="965501"/>
            <a:ext cx="3647400" cy="15999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en"/>
              <a:t>01</a:t>
            </a:r>
            <a:endParaRPr/>
          </a:p>
        </p:txBody>
      </p:sp>
      <p:grpSp>
        <p:nvGrpSpPr>
          <p:cNvPr id="1739" name="Google Shape;1739;p41"/>
          <p:cNvGrpSpPr/>
          <p:nvPr/>
        </p:nvGrpSpPr>
        <p:grpSpPr>
          <a:xfrm flipH="1">
            <a:off x="2124013" y="1936921"/>
            <a:ext cx="793256" cy="182899"/>
            <a:chOff x="2685575" y="2835950"/>
            <a:chExt cx="433000" cy="99825"/>
          </a:xfrm>
        </p:grpSpPr>
        <p:sp>
          <p:nvSpPr>
            <p:cNvPr id="1740" name="Google Shape;1740;p41"/>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41"/>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41"/>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41"/>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44" name="Google Shape;1744;p41"/>
          <p:cNvSpPr/>
          <p:nvPr/>
        </p:nvSpPr>
        <p:spPr>
          <a:xfrm rot="10800000" flipH="1">
            <a:off x="6498641" y="59670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41"/>
          <p:cNvSpPr/>
          <p:nvPr/>
        </p:nvSpPr>
        <p:spPr>
          <a:xfrm flipH="1">
            <a:off x="7676711" y="299098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46" name="Google Shape;1746;p41"/>
          <p:cNvCxnSpPr/>
          <p:nvPr/>
        </p:nvCxnSpPr>
        <p:spPr>
          <a:xfrm>
            <a:off x="1968150" y="3579361"/>
            <a:ext cx="52083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50"/>
        <p:cNvGrpSpPr/>
        <p:nvPr/>
      </p:nvGrpSpPr>
      <p:grpSpPr>
        <a:xfrm>
          <a:off x="0" y="0"/>
          <a:ext cx="0" cy="0"/>
          <a:chOff x="0" y="0"/>
          <a:chExt cx="0" cy="0"/>
        </a:xfrm>
      </p:grpSpPr>
      <p:sp>
        <p:nvSpPr>
          <p:cNvPr id="1751" name="Google Shape;1751;p42"/>
          <p:cNvSpPr txBox="1">
            <a:spLocks noGrp="1"/>
          </p:cNvSpPr>
          <p:nvPr>
            <p:ph type="title"/>
          </p:nvPr>
        </p:nvSpPr>
        <p:spPr>
          <a:xfrm>
            <a:off x="4877275" y="1129507"/>
            <a:ext cx="2548200" cy="7944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a:t>What is KNN?</a:t>
            </a:r>
            <a:endParaRPr/>
          </a:p>
        </p:txBody>
      </p:sp>
      <p:sp>
        <p:nvSpPr>
          <p:cNvPr id="1752" name="Google Shape;1752;p42"/>
          <p:cNvSpPr txBox="1">
            <a:spLocks noGrp="1"/>
          </p:cNvSpPr>
          <p:nvPr>
            <p:ph type="subTitle" idx="1"/>
          </p:nvPr>
        </p:nvSpPr>
        <p:spPr>
          <a:xfrm>
            <a:off x="1859175" y="2180150"/>
            <a:ext cx="6497400" cy="16023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b="1">
                <a:solidFill>
                  <a:schemeClr val="accent6"/>
                </a:solidFill>
              </a:rPr>
              <a:t>K-NN algorithm is a supervised learning technique which stores all the available data and classifies a new data point based on the similarity. </a:t>
            </a:r>
            <a:endParaRPr b="1">
              <a:solidFill>
                <a:schemeClr val="accent6"/>
              </a:solidFill>
            </a:endParaRPr>
          </a:p>
          <a:p>
            <a:pPr marL="0" lvl="0" indent="0" algn="l" rtl="0">
              <a:lnSpc>
                <a:spcPct val="100000"/>
              </a:lnSpc>
              <a:spcBef>
                <a:spcPts val="0"/>
              </a:spcBef>
              <a:spcAft>
                <a:spcPts val="0"/>
              </a:spcAft>
              <a:buNone/>
            </a:pPr>
            <a:endParaRPr b="1">
              <a:solidFill>
                <a:schemeClr val="accent6"/>
              </a:solidFill>
            </a:endParaRPr>
          </a:p>
          <a:p>
            <a:pPr marL="0" lvl="0" indent="0" algn="l" rtl="0">
              <a:lnSpc>
                <a:spcPct val="100000"/>
              </a:lnSpc>
              <a:spcBef>
                <a:spcPts val="0"/>
              </a:spcBef>
              <a:spcAft>
                <a:spcPts val="0"/>
              </a:spcAft>
              <a:buNone/>
            </a:pPr>
            <a:r>
              <a:rPr lang="en" b="1">
                <a:solidFill>
                  <a:schemeClr val="accent6"/>
                </a:solidFill>
              </a:rPr>
              <a:t>Meaning it put the new case into the category that is most similar to the available categories. K-NN algorithm can be used for Regression as well as for Classification but mostly it is used for the Classification problems.</a:t>
            </a:r>
            <a:endParaRPr b="1">
              <a:solidFill>
                <a:schemeClr val="accent6"/>
              </a:solidFill>
            </a:endParaRPr>
          </a:p>
          <a:p>
            <a:pPr marL="0" lvl="0" indent="0" algn="r" rtl="0">
              <a:lnSpc>
                <a:spcPct val="100000"/>
              </a:lnSpc>
              <a:spcBef>
                <a:spcPts val="0"/>
              </a:spcBef>
              <a:spcAft>
                <a:spcPts val="0"/>
              </a:spcAft>
              <a:buNone/>
            </a:pPr>
            <a:endParaRPr b="1">
              <a:solidFill>
                <a:schemeClr val="accent6"/>
              </a:solidFill>
            </a:endParaRPr>
          </a:p>
        </p:txBody>
      </p:sp>
      <p:grpSp>
        <p:nvGrpSpPr>
          <p:cNvPr id="1753" name="Google Shape;1753;p42"/>
          <p:cNvGrpSpPr/>
          <p:nvPr/>
        </p:nvGrpSpPr>
        <p:grpSpPr>
          <a:xfrm>
            <a:off x="391872" y="3545153"/>
            <a:ext cx="338822" cy="357442"/>
            <a:chOff x="426000" y="3302025"/>
            <a:chExt cx="220875" cy="217475"/>
          </a:xfrm>
        </p:grpSpPr>
        <p:sp>
          <p:nvSpPr>
            <p:cNvPr id="1754" name="Google Shape;1754;p42"/>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2"/>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6" name="Google Shape;1756;p42"/>
          <p:cNvGrpSpPr/>
          <p:nvPr/>
        </p:nvGrpSpPr>
        <p:grpSpPr>
          <a:xfrm rot="5400000">
            <a:off x="1273912" y="4127100"/>
            <a:ext cx="357454" cy="956304"/>
            <a:chOff x="357713" y="600975"/>
            <a:chExt cx="357454" cy="956304"/>
          </a:xfrm>
        </p:grpSpPr>
        <p:sp>
          <p:nvSpPr>
            <p:cNvPr id="1757" name="Google Shape;1757;p42"/>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42"/>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2"/>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42"/>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64"/>
        <p:cNvGrpSpPr/>
        <p:nvPr/>
      </p:nvGrpSpPr>
      <p:grpSpPr>
        <a:xfrm>
          <a:off x="0" y="0"/>
          <a:ext cx="0" cy="0"/>
          <a:chOff x="0" y="0"/>
          <a:chExt cx="0" cy="0"/>
        </a:xfrm>
      </p:grpSpPr>
      <p:sp>
        <p:nvSpPr>
          <p:cNvPr id="1765" name="Google Shape;1765;p43"/>
          <p:cNvSpPr txBox="1">
            <a:spLocks noGrp="1"/>
          </p:cNvSpPr>
          <p:nvPr>
            <p:ph type="title"/>
          </p:nvPr>
        </p:nvSpPr>
        <p:spPr>
          <a:xfrm>
            <a:off x="257900" y="1396900"/>
            <a:ext cx="5272500" cy="2471400"/>
          </a:xfrm>
          <a:prstGeom prst="rect">
            <a:avLst/>
          </a:prstGeom>
        </p:spPr>
        <p:txBody>
          <a:bodyPr spcFirstLastPara="1" wrap="square" lIns="91425" tIns="0" rIns="365750" bIns="91425" anchor="t" anchorCtr="0">
            <a:noAutofit/>
          </a:bodyPr>
          <a:lstStyle/>
          <a:p>
            <a:pPr marL="0" lvl="0" indent="0" algn="l" rtl="0">
              <a:spcBef>
                <a:spcPts val="0"/>
              </a:spcBef>
              <a:spcAft>
                <a:spcPts val="0"/>
              </a:spcAft>
              <a:buNone/>
            </a:pPr>
            <a:r>
              <a:rPr lang="en" sz="1400">
                <a:solidFill>
                  <a:schemeClr val="accent6"/>
                </a:solidFill>
              </a:rPr>
              <a:t>Example: Suppose, we have an image of a creature that looks similar to cat and dog, but we want to know either it is a cat or dog. </a:t>
            </a:r>
            <a:endParaRPr sz="1400">
              <a:solidFill>
                <a:schemeClr val="accent6"/>
              </a:solidFill>
            </a:endParaRPr>
          </a:p>
          <a:p>
            <a:pPr marL="0" lvl="0" indent="0" algn="l" rtl="0">
              <a:spcBef>
                <a:spcPts val="0"/>
              </a:spcBef>
              <a:spcAft>
                <a:spcPts val="0"/>
              </a:spcAft>
              <a:buNone/>
            </a:pPr>
            <a:endParaRPr sz="1400">
              <a:solidFill>
                <a:schemeClr val="accent6"/>
              </a:solidFill>
            </a:endParaRPr>
          </a:p>
          <a:p>
            <a:pPr marL="0" lvl="0" indent="0" algn="l" rtl="0">
              <a:spcBef>
                <a:spcPts val="0"/>
              </a:spcBef>
              <a:spcAft>
                <a:spcPts val="0"/>
              </a:spcAft>
              <a:buNone/>
            </a:pPr>
            <a:r>
              <a:rPr lang="en" sz="1400">
                <a:solidFill>
                  <a:schemeClr val="accent6"/>
                </a:solidFill>
              </a:rPr>
              <a:t>For this identification, we can use the KNN algorithm, as it works on a similarity measure. </a:t>
            </a:r>
            <a:endParaRPr sz="1400">
              <a:solidFill>
                <a:schemeClr val="accent6"/>
              </a:solidFill>
            </a:endParaRPr>
          </a:p>
          <a:p>
            <a:pPr marL="0" lvl="0" indent="0" algn="l" rtl="0">
              <a:spcBef>
                <a:spcPts val="0"/>
              </a:spcBef>
              <a:spcAft>
                <a:spcPts val="0"/>
              </a:spcAft>
              <a:buNone/>
            </a:pPr>
            <a:endParaRPr sz="1400">
              <a:solidFill>
                <a:schemeClr val="accent6"/>
              </a:solidFill>
            </a:endParaRPr>
          </a:p>
          <a:p>
            <a:pPr marL="0" lvl="0" indent="0" algn="l" rtl="0">
              <a:spcBef>
                <a:spcPts val="0"/>
              </a:spcBef>
              <a:spcAft>
                <a:spcPts val="0"/>
              </a:spcAft>
              <a:buNone/>
            </a:pPr>
            <a:r>
              <a:rPr lang="en" sz="1400">
                <a:solidFill>
                  <a:schemeClr val="accent6"/>
                </a:solidFill>
              </a:rPr>
              <a:t>Our KNN model will find the similar features of the new data set to the cats and dogs images and based on the most similar features it will put it in either cat or dog category.</a:t>
            </a:r>
            <a:endParaRPr sz="1400">
              <a:solidFill>
                <a:schemeClr val="accent6"/>
              </a:solidFill>
            </a:endParaRPr>
          </a:p>
          <a:p>
            <a:pPr marL="0" lvl="0" indent="0" algn="l" rtl="0">
              <a:spcBef>
                <a:spcPts val="0"/>
              </a:spcBef>
              <a:spcAft>
                <a:spcPts val="0"/>
              </a:spcAft>
              <a:buNone/>
            </a:pPr>
            <a:endParaRPr sz="1400">
              <a:solidFill>
                <a:schemeClr val="accent6"/>
              </a:solidFill>
            </a:endParaRPr>
          </a:p>
        </p:txBody>
      </p:sp>
      <p:grpSp>
        <p:nvGrpSpPr>
          <p:cNvPr id="1766" name="Google Shape;1766;p43"/>
          <p:cNvGrpSpPr/>
          <p:nvPr/>
        </p:nvGrpSpPr>
        <p:grpSpPr>
          <a:xfrm>
            <a:off x="6622850" y="-2018079"/>
            <a:ext cx="4000413" cy="3175881"/>
            <a:chOff x="5207925" y="-1994879"/>
            <a:chExt cx="4000413" cy="3175881"/>
          </a:xfrm>
        </p:grpSpPr>
        <p:sp>
          <p:nvSpPr>
            <p:cNvPr id="1767" name="Google Shape;1767;p43"/>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43"/>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43"/>
            <p:cNvSpPr/>
            <p:nvPr/>
          </p:nvSpPr>
          <p:spPr>
            <a:xfrm>
              <a:off x="5207925" y="352772"/>
              <a:ext cx="96613" cy="394888"/>
            </a:xfrm>
            <a:custGeom>
              <a:avLst/>
              <a:gdLst/>
              <a:ahLst/>
              <a:cxnLst/>
              <a:rect l="l" t="t" r="r" b="b"/>
              <a:pathLst>
                <a:path w="2199" h="8988" extrusionOk="0">
                  <a:moveTo>
                    <a:pt x="0" y="0"/>
                  </a:moveTo>
                  <a:lnTo>
                    <a:pt x="0" y="8988"/>
                  </a:lnTo>
                  <a:lnTo>
                    <a:pt x="2199" y="8988"/>
                  </a:lnTo>
                  <a:lnTo>
                    <a:pt x="219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770" name="Google Shape;1770;p43"/>
          <p:cNvPicPr preferRelativeResize="0"/>
          <p:nvPr/>
        </p:nvPicPr>
        <p:blipFill rotWithShape="1">
          <a:blip r:embed="rId3">
            <a:alphaModFix/>
          </a:blip>
          <a:srcRect l="18803" t="33425" r="41085" b="30621"/>
          <a:stretch/>
        </p:blipFill>
        <p:spPr>
          <a:xfrm>
            <a:off x="5745224" y="1461402"/>
            <a:ext cx="3040949" cy="153317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74"/>
        <p:cNvGrpSpPr/>
        <p:nvPr/>
      </p:nvGrpSpPr>
      <p:grpSpPr>
        <a:xfrm>
          <a:off x="0" y="0"/>
          <a:ext cx="0" cy="0"/>
          <a:chOff x="0" y="0"/>
          <a:chExt cx="0" cy="0"/>
        </a:xfrm>
      </p:grpSpPr>
      <p:sp>
        <p:nvSpPr>
          <p:cNvPr id="1775" name="Google Shape;1775;p44"/>
          <p:cNvSpPr txBox="1">
            <a:spLocks noGrp="1"/>
          </p:cNvSpPr>
          <p:nvPr>
            <p:ph type="title"/>
          </p:nvPr>
        </p:nvSpPr>
        <p:spPr>
          <a:xfrm>
            <a:off x="1614875" y="1007900"/>
            <a:ext cx="3396000" cy="371700"/>
          </a:xfrm>
          <a:prstGeom prst="rect">
            <a:avLst/>
          </a:prstGeom>
        </p:spPr>
        <p:txBody>
          <a:bodyPr spcFirstLastPara="1" wrap="square" lIns="91425" tIns="0" rIns="91425" bIns="91425" anchor="t" anchorCtr="0">
            <a:noAutofit/>
          </a:bodyPr>
          <a:lstStyle/>
          <a:p>
            <a:pPr marL="0" lvl="0" indent="0" algn="l" rtl="0">
              <a:lnSpc>
                <a:spcPct val="105882"/>
              </a:lnSpc>
              <a:spcBef>
                <a:spcPts val="4000"/>
              </a:spcBef>
              <a:spcAft>
                <a:spcPts val="0"/>
              </a:spcAft>
              <a:buNone/>
            </a:pPr>
            <a:r>
              <a:rPr lang="en" sz="2400" b="1" u="sng">
                <a:solidFill>
                  <a:schemeClr val="accent1"/>
                </a:solidFill>
              </a:rPr>
              <a:t>Applications of KNN</a:t>
            </a:r>
            <a:endParaRPr sz="2400" u="sng">
              <a:solidFill>
                <a:schemeClr val="accent1"/>
              </a:solidFill>
            </a:endParaRPr>
          </a:p>
        </p:txBody>
      </p:sp>
      <p:sp>
        <p:nvSpPr>
          <p:cNvPr id="1776" name="Google Shape;1776;p44"/>
          <p:cNvSpPr txBox="1">
            <a:spLocks noGrp="1"/>
          </p:cNvSpPr>
          <p:nvPr>
            <p:ph type="subTitle" idx="1"/>
          </p:nvPr>
        </p:nvSpPr>
        <p:spPr>
          <a:xfrm>
            <a:off x="3176650" y="1392300"/>
            <a:ext cx="3396000" cy="23589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AutoNum type="arabicPeriod"/>
            </a:pPr>
            <a:r>
              <a:rPr lang="en" sz="1800"/>
              <a:t>Text mining</a:t>
            </a:r>
            <a:endParaRPr sz="1800"/>
          </a:p>
          <a:p>
            <a:pPr marL="457200" lvl="0" indent="-342900" algn="l" rtl="0">
              <a:spcBef>
                <a:spcPts val="0"/>
              </a:spcBef>
              <a:spcAft>
                <a:spcPts val="0"/>
              </a:spcAft>
              <a:buSzPts val="1800"/>
              <a:buAutoNum type="arabicPeriod"/>
            </a:pPr>
            <a:r>
              <a:rPr lang="en" sz="1800"/>
              <a:t>Agriculture</a:t>
            </a:r>
            <a:endParaRPr sz="1800"/>
          </a:p>
          <a:p>
            <a:pPr marL="457200" lvl="0" indent="-342900" algn="l" rtl="0">
              <a:spcBef>
                <a:spcPts val="0"/>
              </a:spcBef>
              <a:spcAft>
                <a:spcPts val="0"/>
              </a:spcAft>
              <a:buSzPts val="1800"/>
              <a:buAutoNum type="arabicPeriod"/>
            </a:pPr>
            <a:r>
              <a:rPr lang="en" sz="1800"/>
              <a:t>Finance</a:t>
            </a:r>
            <a:endParaRPr sz="1800"/>
          </a:p>
          <a:p>
            <a:pPr marL="457200" lvl="0" indent="-342900" algn="l" rtl="0">
              <a:spcBef>
                <a:spcPts val="0"/>
              </a:spcBef>
              <a:spcAft>
                <a:spcPts val="0"/>
              </a:spcAft>
              <a:buSzPts val="1800"/>
              <a:buAutoNum type="arabicPeriod"/>
            </a:pPr>
            <a:r>
              <a:rPr lang="en" sz="1800"/>
              <a:t>Medical</a:t>
            </a:r>
            <a:endParaRPr sz="1800"/>
          </a:p>
          <a:p>
            <a:pPr marL="457200" lvl="0" indent="-342900" algn="l" rtl="0">
              <a:spcBef>
                <a:spcPts val="0"/>
              </a:spcBef>
              <a:spcAft>
                <a:spcPts val="0"/>
              </a:spcAft>
              <a:buSzPts val="1800"/>
              <a:buAutoNum type="arabicPeriod"/>
            </a:pPr>
            <a:r>
              <a:rPr lang="en" sz="1800"/>
              <a:t>Facial recognition</a:t>
            </a:r>
            <a:endParaRPr sz="1800"/>
          </a:p>
          <a:p>
            <a:pPr marL="457200" lvl="0" indent="-342900" algn="l" rtl="0">
              <a:spcBef>
                <a:spcPts val="0"/>
              </a:spcBef>
              <a:spcAft>
                <a:spcPts val="0"/>
              </a:spcAft>
              <a:buSzPts val="1800"/>
              <a:buAutoNum type="arabicPeriod"/>
            </a:pPr>
            <a:r>
              <a:rPr lang="en" sz="1800"/>
              <a:t>Recommendation systems (Amazon, Hulu, Netflix, etc)</a:t>
            </a:r>
            <a:endParaRPr sz="1800"/>
          </a:p>
          <a:p>
            <a:pPr marL="457200" lvl="0" indent="0" algn="l" rtl="0">
              <a:spcBef>
                <a:spcPts val="0"/>
              </a:spcBef>
              <a:spcAft>
                <a:spcPts val="0"/>
              </a:spcAft>
              <a:buNone/>
            </a:pPr>
            <a:endParaRPr sz="1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sp>
        <p:nvSpPr>
          <p:cNvPr id="1781" name="Google Shape;1781;p45"/>
          <p:cNvSpPr txBox="1">
            <a:spLocks noGrp="1"/>
          </p:cNvSpPr>
          <p:nvPr>
            <p:ph type="title"/>
          </p:nvPr>
        </p:nvSpPr>
        <p:spPr>
          <a:xfrm>
            <a:off x="1002925" y="713975"/>
            <a:ext cx="4635300" cy="546900"/>
          </a:xfrm>
          <a:prstGeom prst="rect">
            <a:avLst/>
          </a:prstGeom>
        </p:spPr>
        <p:txBody>
          <a:bodyPr spcFirstLastPara="1" wrap="square" lIns="91425" tIns="0" rIns="155425" bIns="91425" anchor="t" anchorCtr="0">
            <a:noAutofit/>
          </a:bodyPr>
          <a:lstStyle/>
          <a:p>
            <a:pPr marL="0" lvl="0" indent="0" algn="l" rtl="0">
              <a:spcBef>
                <a:spcPts val="0"/>
              </a:spcBef>
              <a:spcAft>
                <a:spcPts val="0"/>
              </a:spcAft>
              <a:buNone/>
            </a:pPr>
            <a:r>
              <a:rPr lang="en"/>
              <a:t>Where To Use KNN</a:t>
            </a:r>
            <a:endParaRPr/>
          </a:p>
        </p:txBody>
      </p:sp>
      <p:sp>
        <p:nvSpPr>
          <p:cNvPr id="1782" name="Google Shape;1782;p45"/>
          <p:cNvSpPr txBox="1">
            <a:spLocks noGrp="1"/>
          </p:cNvSpPr>
          <p:nvPr>
            <p:ph type="subTitle" idx="1"/>
          </p:nvPr>
        </p:nvSpPr>
        <p:spPr>
          <a:xfrm>
            <a:off x="1109925" y="1458100"/>
            <a:ext cx="6741300" cy="2037900"/>
          </a:xfrm>
          <a:prstGeom prst="rect">
            <a:avLst/>
          </a:prstGeom>
        </p:spPr>
        <p:txBody>
          <a:bodyPr spcFirstLastPara="1" wrap="square" lIns="91425" tIns="91425" rIns="155425" bIns="91425" anchor="t" anchorCtr="0">
            <a:noAutofit/>
          </a:bodyPr>
          <a:lstStyle/>
          <a:p>
            <a:pPr marL="457200" lvl="0" indent="-336550" algn="l" rtl="0">
              <a:spcBef>
                <a:spcPts val="0"/>
              </a:spcBef>
              <a:spcAft>
                <a:spcPts val="0"/>
              </a:spcAft>
              <a:buClr>
                <a:schemeClr val="accent6"/>
              </a:buClr>
              <a:buSzPts val="1700"/>
              <a:buFont typeface="Bai Jamjuree Medium"/>
              <a:buChar char="●"/>
            </a:pPr>
            <a:r>
              <a:rPr lang="en" sz="1700">
                <a:solidFill>
                  <a:schemeClr val="accent6"/>
                </a:solidFill>
                <a:latin typeface="Bai Jamjuree Medium"/>
                <a:ea typeface="Bai Jamjuree Medium"/>
                <a:cs typeface="Bai Jamjuree Medium"/>
                <a:sym typeface="Bai Jamjuree Medium"/>
              </a:rPr>
              <a:t>We can use the for applications that require high accuracy .</a:t>
            </a:r>
            <a:endParaRPr sz="1700">
              <a:solidFill>
                <a:schemeClr val="accent6"/>
              </a:solidFill>
              <a:latin typeface="Bai Jamjuree Medium"/>
              <a:ea typeface="Bai Jamjuree Medium"/>
              <a:cs typeface="Bai Jamjuree Medium"/>
              <a:sym typeface="Bai Jamjuree Medium"/>
            </a:endParaRPr>
          </a:p>
          <a:p>
            <a:pPr marL="457200" lvl="0" indent="0" algn="l" rtl="0">
              <a:spcBef>
                <a:spcPts val="0"/>
              </a:spcBef>
              <a:spcAft>
                <a:spcPts val="0"/>
              </a:spcAft>
              <a:buNone/>
            </a:pPr>
            <a:endParaRPr sz="1700">
              <a:solidFill>
                <a:schemeClr val="accent6"/>
              </a:solidFill>
              <a:latin typeface="Bai Jamjuree Medium"/>
              <a:ea typeface="Bai Jamjuree Medium"/>
              <a:cs typeface="Bai Jamjuree Medium"/>
              <a:sym typeface="Bai Jamjuree Medium"/>
            </a:endParaRPr>
          </a:p>
          <a:p>
            <a:pPr marL="457200" lvl="0" indent="-336550" algn="l" rtl="0">
              <a:spcBef>
                <a:spcPts val="0"/>
              </a:spcBef>
              <a:spcAft>
                <a:spcPts val="0"/>
              </a:spcAft>
              <a:buClr>
                <a:schemeClr val="accent6"/>
              </a:buClr>
              <a:buSzPts val="1700"/>
              <a:buFont typeface="Bai Jamjuree Medium"/>
              <a:buChar char="●"/>
            </a:pPr>
            <a:r>
              <a:rPr lang="en" sz="1700">
                <a:solidFill>
                  <a:schemeClr val="accent6"/>
                </a:solidFill>
                <a:latin typeface="Bai Jamjuree Medium"/>
                <a:ea typeface="Bai Jamjuree Medium"/>
                <a:cs typeface="Bai Jamjuree Medium"/>
                <a:sym typeface="Bai Jamjuree Medium"/>
              </a:rPr>
              <a:t>Suitable for applications for which sufficient domain knowledge is available.</a:t>
            </a:r>
            <a:endParaRPr sz="1700">
              <a:solidFill>
                <a:schemeClr val="accent6"/>
              </a:solidFill>
              <a:latin typeface="Bai Jamjuree Medium"/>
              <a:ea typeface="Bai Jamjuree Medium"/>
              <a:cs typeface="Bai Jamjuree Medium"/>
              <a:sym typeface="Bai Jamjuree Medium"/>
            </a:endParaRPr>
          </a:p>
          <a:p>
            <a:pPr marL="457200" lvl="0" indent="0" algn="l" rtl="0">
              <a:spcBef>
                <a:spcPts val="0"/>
              </a:spcBef>
              <a:spcAft>
                <a:spcPts val="0"/>
              </a:spcAft>
              <a:buNone/>
            </a:pPr>
            <a:endParaRPr sz="1700">
              <a:solidFill>
                <a:schemeClr val="accent6"/>
              </a:solidFill>
              <a:latin typeface="Bai Jamjuree Medium"/>
              <a:ea typeface="Bai Jamjuree Medium"/>
              <a:cs typeface="Bai Jamjuree Medium"/>
              <a:sym typeface="Bai Jamjuree Medium"/>
            </a:endParaRPr>
          </a:p>
          <a:p>
            <a:pPr marL="457200" lvl="0" indent="-336550" algn="l" rtl="0">
              <a:spcBef>
                <a:spcPts val="0"/>
              </a:spcBef>
              <a:spcAft>
                <a:spcPts val="0"/>
              </a:spcAft>
              <a:buClr>
                <a:schemeClr val="accent6"/>
              </a:buClr>
              <a:buSzPts val="1700"/>
              <a:buFont typeface="Bai Jamjuree Medium"/>
              <a:buChar char="●"/>
            </a:pPr>
            <a:r>
              <a:rPr lang="en" sz="1700">
                <a:solidFill>
                  <a:schemeClr val="accent6"/>
                </a:solidFill>
                <a:latin typeface="Bai Jamjuree Medium"/>
                <a:ea typeface="Bai Jamjuree Medium"/>
                <a:cs typeface="Bai Jamjuree Medium"/>
                <a:sym typeface="Bai Jamjuree Medium"/>
              </a:rPr>
              <a:t>It is better choice for applications where predictions are not requested frequently but where accuracy is important.</a:t>
            </a:r>
            <a:endParaRPr sz="1700">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86"/>
        <p:cNvGrpSpPr/>
        <p:nvPr/>
      </p:nvGrpSpPr>
      <p:grpSpPr>
        <a:xfrm>
          <a:off x="0" y="0"/>
          <a:ext cx="0" cy="0"/>
          <a:chOff x="0" y="0"/>
          <a:chExt cx="0" cy="0"/>
        </a:xfrm>
      </p:grpSpPr>
      <p:sp>
        <p:nvSpPr>
          <p:cNvPr id="1787" name="Google Shape;1787;p46"/>
          <p:cNvSpPr txBox="1">
            <a:spLocks noGrp="1"/>
          </p:cNvSpPr>
          <p:nvPr>
            <p:ph type="title"/>
          </p:nvPr>
        </p:nvSpPr>
        <p:spPr>
          <a:xfrm>
            <a:off x="1002925" y="713975"/>
            <a:ext cx="4635300" cy="1019700"/>
          </a:xfrm>
          <a:prstGeom prst="rect">
            <a:avLst/>
          </a:prstGeom>
        </p:spPr>
        <p:txBody>
          <a:bodyPr spcFirstLastPara="1" wrap="square" lIns="91425" tIns="0" rIns="155425" bIns="91425" anchor="t" anchorCtr="0">
            <a:noAutofit/>
          </a:bodyPr>
          <a:lstStyle/>
          <a:p>
            <a:pPr marL="0" lvl="0" indent="0" algn="l" rtl="0">
              <a:spcBef>
                <a:spcPts val="0"/>
              </a:spcBef>
              <a:spcAft>
                <a:spcPts val="0"/>
              </a:spcAft>
              <a:buNone/>
            </a:pPr>
            <a:r>
              <a:rPr lang="en"/>
              <a:t>When To Use KNN</a:t>
            </a:r>
            <a:endParaRPr/>
          </a:p>
          <a:p>
            <a:pPr marL="0" lvl="0" indent="0" algn="l" rtl="0">
              <a:spcBef>
                <a:spcPts val="0"/>
              </a:spcBef>
              <a:spcAft>
                <a:spcPts val="0"/>
              </a:spcAft>
              <a:buNone/>
            </a:pPr>
            <a:r>
              <a:rPr lang="en"/>
              <a:t>(Assumptions)</a:t>
            </a:r>
            <a:endParaRPr/>
          </a:p>
        </p:txBody>
      </p:sp>
      <p:sp>
        <p:nvSpPr>
          <p:cNvPr id="1788" name="Google Shape;1788;p46"/>
          <p:cNvSpPr txBox="1">
            <a:spLocks noGrp="1"/>
          </p:cNvSpPr>
          <p:nvPr>
            <p:ph type="subTitle" idx="1"/>
          </p:nvPr>
        </p:nvSpPr>
        <p:spPr>
          <a:xfrm>
            <a:off x="1066950" y="2034475"/>
            <a:ext cx="6741300" cy="1633200"/>
          </a:xfrm>
          <a:prstGeom prst="rect">
            <a:avLst/>
          </a:prstGeom>
        </p:spPr>
        <p:txBody>
          <a:bodyPr spcFirstLastPara="1" wrap="square" lIns="91425" tIns="91425" rIns="155425" bIns="91425" anchor="t" anchorCtr="0">
            <a:noAutofit/>
          </a:bodyPr>
          <a:lstStyle/>
          <a:p>
            <a:pPr marL="457200" lvl="0" indent="-317500" algn="l" rtl="0">
              <a:lnSpc>
                <a:spcPct val="150000"/>
              </a:lnSpc>
              <a:spcBef>
                <a:spcPts val="0"/>
              </a:spcBef>
              <a:spcAft>
                <a:spcPts val="0"/>
              </a:spcAft>
              <a:buSzPts val="1400"/>
              <a:buChar char="●"/>
            </a:pPr>
            <a:r>
              <a:rPr lang="en"/>
              <a:t>There should be clear understanding about the input domain.</a:t>
            </a:r>
            <a:endParaRPr/>
          </a:p>
          <a:p>
            <a:pPr marL="457200" lvl="0" indent="-317500" algn="l" rtl="0">
              <a:lnSpc>
                <a:spcPct val="150000"/>
              </a:lnSpc>
              <a:spcBef>
                <a:spcPts val="0"/>
              </a:spcBef>
              <a:spcAft>
                <a:spcPts val="0"/>
              </a:spcAft>
              <a:buSzPts val="1400"/>
              <a:buChar char="●"/>
            </a:pPr>
            <a:r>
              <a:rPr lang="en"/>
              <a:t>Feasibly moderate sample size (due to space and time constraints).</a:t>
            </a:r>
            <a:endParaRPr/>
          </a:p>
          <a:p>
            <a:pPr marL="457200" lvl="0" indent="-317500" algn="l" rtl="0">
              <a:lnSpc>
                <a:spcPct val="150000"/>
              </a:lnSpc>
              <a:spcBef>
                <a:spcPts val="0"/>
              </a:spcBef>
              <a:spcAft>
                <a:spcPts val="0"/>
              </a:spcAft>
              <a:buSzPts val="1400"/>
              <a:buChar char="●"/>
            </a:pPr>
            <a:r>
              <a:rPr lang="en"/>
              <a:t>Collinearity and outliers should be treated prior to training.</a:t>
            </a:r>
            <a:endParaRPr/>
          </a:p>
          <a:p>
            <a:pPr marL="457200" lvl="0" indent="-317500" algn="l" rtl="0">
              <a:lnSpc>
                <a:spcPct val="150000"/>
              </a:lnSpc>
              <a:spcBef>
                <a:spcPts val="0"/>
              </a:spcBef>
              <a:spcAft>
                <a:spcPts val="0"/>
              </a:spcAft>
              <a:buSzPts val="1400"/>
              <a:buChar char="●"/>
            </a:pPr>
            <a:r>
              <a:rPr lang="en"/>
              <a:t>Capable of performing the multiclass classification .</a:t>
            </a:r>
            <a:endParaRPr/>
          </a:p>
          <a:p>
            <a:pPr marL="0" lvl="0" indent="0" algn="l" rtl="0">
              <a:lnSpc>
                <a:spcPct val="150000"/>
              </a:lnSpc>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92"/>
        <p:cNvGrpSpPr/>
        <p:nvPr/>
      </p:nvGrpSpPr>
      <p:grpSpPr>
        <a:xfrm>
          <a:off x="0" y="0"/>
          <a:ext cx="0" cy="0"/>
          <a:chOff x="0" y="0"/>
          <a:chExt cx="0" cy="0"/>
        </a:xfrm>
      </p:grpSpPr>
      <p:pic>
        <p:nvPicPr>
          <p:cNvPr id="1793" name="Google Shape;1793;p47"/>
          <p:cNvPicPr preferRelativeResize="0"/>
          <p:nvPr/>
        </p:nvPicPr>
        <p:blipFill rotWithShape="1">
          <a:blip r:embed="rId3">
            <a:alphaModFix/>
          </a:blip>
          <a:srcRect l="28048" t="26744" r="47977" b="18939"/>
          <a:stretch/>
        </p:blipFill>
        <p:spPr>
          <a:xfrm>
            <a:off x="4484450" y="300850"/>
            <a:ext cx="3596150" cy="4583350"/>
          </a:xfrm>
          <a:prstGeom prst="rect">
            <a:avLst/>
          </a:prstGeom>
          <a:noFill/>
          <a:ln>
            <a:noFill/>
          </a:ln>
        </p:spPr>
      </p:pic>
      <p:sp>
        <p:nvSpPr>
          <p:cNvPr id="1794" name="Google Shape;1794;p47"/>
          <p:cNvSpPr txBox="1">
            <a:spLocks noGrp="1"/>
          </p:cNvSpPr>
          <p:nvPr>
            <p:ph type="ctrTitle"/>
          </p:nvPr>
        </p:nvSpPr>
        <p:spPr>
          <a:xfrm>
            <a:off x="415475" y="1432700"/>
            <a:ext cx="3224400" cy="1175100"/>
          </a:xfrm>
          <a:prstGeom prst="rect">
            <a:avLst/>
          </a:prstGeom>
        </p:spPr>
        <p:txBody>
          <a:bodyPr spcFirstLastPara="1" wrap="square" lIns="91425" tIns="0" rIns="91425" bIns="91425" anchor="b" anchorCtr="0">
            <a:noAutofit/>
          </a:bodyPr>
          <a:lstStyle/>
          <a:p>
            <a:pPr marL="0" lvl="0" indent="0" algn="l" rtl="0">
              <a:spcBef>
                <a:spcPts val="0"/>
              </a:spcBef>
              <a:spcAft>
                <a:spcPts val="0"/>
              </a:spcAft>
              <a:buNone/>
            </a:pPr>
            <a:r>
              <a:rPr lang="en" sz="2900" u="sng"/>
              <a:t>How does K-NN work?</a:t>
            </a:r>
            <a:endParaRPr sz="29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98"/>
        <p:cNvGrpSpPr/>
        <p:nvPr/>
      </p:nvGrpSpPr>
      <p:grpSpPr>
        <a:xfrm>
          <a:off x="0" y="0"/>
          <a:ext cx="0" cy="0"/>
          <a:chOff x="0" y="0"/>
          <a:chExt cx="0" cy="0"/>
        </a:xfrm>
      </p:grpSpPr>
      <p:sp>
        <p:nvSpPr>
          <p:cNvPr id="1799" name="Google Shape;1799;p48"/>
          <p:cNvSpPr txBox="1">
            <a:spLocks noGrp="1"/>
          </p:cNvSpPr>
          <p:nvPr>
            <p:ph type="title"/>
          </p:nvPr>
        </p:nvSpPr>
        <p:spPr>
          <a:xfrm>
            <a:off x="315225" y="1164150"/>
            <a:ext cx="7822800" cy="2815200"/>
          </a:xfrm>
          <a:prstGeom prst="rect">
            <a:avLst/>
          </a:prstGeom>
        </p:spPr>
        <p:txBody>
          <a:bodyPr spcFirstLastPara="1" wrap="square" lIns="91425" tIns="0" rIns="365750" bIns="91425" anchor="t" anchorCtr="0">
            <a:noAutofit/>
          </a:bodyPr>
          <a:lstStyle/>
          <a:p>
            <a:pPr marL="0" lvl="0" indent="0" algn="l" rtl="0">
              <a:spcBef>
                <a:spcPts val="0"/>
              </a:spcBef>
              <a:spcAft>
                <a:spcPts val="0"/>
              </a:spcAft>
              <a:buNone/>
            </a:pPr>
            <a:r>
              <a:rPr lang="en" sz="1400"/>
              <a:t>Step 1 − For implementing any algorithm, we need dataset. So during the first step of KNN, we must load the training as well as test data.</a:t>
            </a:r>
            <a:endParaRPr sz="1400"/>
          </a:p>
          <a:p>
            <a:pPr marL="0" lvl="0" indent="0" algn="l" rtl="0">
              <a:spcBef>
                <a:spcPts val="0"/>
              </a:spcBef>
              <a:spcAft>
                <a:spcPts val="0"/>
              </a:spcAft>
              <a:buNone/>
            </a:pPr>
            <a:r>
              <a:rPr lang="en" sz="1400"/>
              <a:t>Step 2 − Next, we need to choose the value of K i.e. the nearest data points. K can be any integer.</a:t>
            </a:r>
            <a:endParaRPr sz="1400"/>
          </a:p>
          <a:p>
            <a:pPr marL="0" lvl="0" indent="0" algn="l" rtl="0">
              <a:spcBef>
                <a:spcPts val="0"/>
              </a:spcBef>
              <a:spcAft>
                <a:spcPts val="0"/>
              </a:spcAft>
              <a:buNone/>
            </a:pPr>
            <a:r>
              <a:rPr lang="en" sz="1400"/>
              <a:t>Step 3 − For each point in the test data do the following −</a:t>
            </a:r>
            <a:endParaRPr sz="1400"/>
          </a:p>
          <a:p>
            <a:pPr marL="457200" lvl="0" indent="-317500" algn="l" rtl="0">
              <a:spcBef>
                <a:spcPts val="0"/>
              </a:spcBef>
              <a:spcAft>
                <a:spcPts val="0"/>
              </a:spcAft>
              <a:buSzPts val="1400"/>
              <a:buChar char="●"/>
            </a:pPr>
            <a:r>
              <a:rPr lang="en" sz="1400"/>
              <a:t>3.1 − Calculate the distance between test data and each row of training data with the help of any of the method namely: Euclidean, Manhattan or Hamming distance. The most commonly used method to calculate distance is Euclidean.</a:t>
            </a:r>
            <a:endParaRPr sz="1400"/>
          </a:p>
          <a:p>
            <a:pPr marL="457200" lvl="0" indent="-317500" algn="l" rtl="0">
              <a:spcBef>
                <a:spcPts val="0"/>
              </a:spcBef>
              <a:spcAft>
                <a:spcPts val="0"/>
              </a:spcAft>
              <a:buSzPts val="1400"/>
              <a:buChar char="●"/>
            </a:pPr>
            <a:r>
              <a:rPr lang="en" sz="1400"/>
              <a:t>3.2 − Now, based on the distance value, sort them in ascending order.</a:t>
            </a:r>
            <a:endParaRPr sz="1400"/>
          </a:p>
          <a:p>
            <a:pPr marL="457200" lvl="0" indent="-317500" algn="l" rtl="0">
              <a:spcBef>
                <a:spcPts val="0"/>
              </a:spcBef>
              <a:spcAft>
                <a:spcPts val="0"/>
              </a:spcAft>
              <a:buSzPts val="1400"/>
              <a:buChar char="●"/>
            </a:pPr>
            <a:r>
              <a:rPr lang="en" sz="1400"/>
              <a:t>3.3 − Next, it will choose the top K rows from the sorted array.</a:t>
            </a:r>
            <a:endParaRPr sz="1400"/>
          </a:p>
          <a:p>
            <a:pPr marL="457200" lvl="0" indent="-317500" algn="l" rtl="0">
              <a:spcBef>
                <a:spcPts val="0"/>
              </a:spcBef>
              <a:spcAft>
                <a:spcPts val="0"/>
              </a:spcAft>
              <a:buSzPts val="1400"/>
              <a:buChar char="●"/>
            </a:pPr>
            <a:r>
              <a:rPr lang="en" sz="1400"/>
              <a:t>3.4 − Now, it will assign a class to the test point based on most frequent class of these rows.</a:t>
            </a:r>
            <a:endParaRPr sz="1400"/>
          </a:p>
          <a:p>
            <a:pPr marL="0" lvl="0" indent="0" algn="l" rtl="0">
              <a:spcBef>
                <a:spcPts val="0"/>
              </a:spcBef>
              <a:spcAft>
                <a:spcPts val="0"/>
              </a:spcAft>
              <a:buNone/>
            </a:pPr>
            <a:endParaRPr sz="1400"/>
          </a:p>
          <a:p>
            <a:pPr marL="0" lvl="0" indent="0" algn="l" rtl="0">
              <a:spcBef>
                <a:spcPts val="0"/>
              </a:spcBef>
              <a:spcAft>
                <a:spcPts val="0"/>
              </a:spcAft>
              <a:buNone/>
            </a:pPr>
            <a:endParaRPr sz="1400"/>
          </a:p>
        </p:txBody>
      </p:sp>
      <p:grpSp>
        <p:nvGrpSpPr>
          <p:cNvPr id="1800" name="Google Shape;1800;p48"/>
          <p:cNvGrpSpPr/>
          <p:nvPr/>
        </p:nvGrpSpPr>
        <p:grpSpPr>
          <a:xfrm>
            <a:off x="6622850" y="-2018079"/>
            <a:ext cx="4000413" cy="3175881"/>
            <a:chOff x="5207925" y="-1994879"/>
            <a:chExt cx="4000413" cy="3175881"/>
          </a:xfrm>
        </p:grpSpPr>
        <p:sp>
          <p:nvSpPr>
            <p:cNvPr id="1801" name="Google Shape;1801;p48"/>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48"/>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8"/>
            <p:cNvSpPr/>
            <p:nvPr/>
          </p:nvSpPr>
          <p:spPr>
            <a:xfrm>
              <a:off x="5207925" y="352772"/>
              <a:ext cx="96613" cy="394888"/>
            </a:xfrm>
            <a:custGeom>
              <a:avLst/>
              <a:gdLst/>
              <a:ahLst/>
              <a:cxnLst/>
              <a:rect l="l" t="t" r="r" b="b"/>
              <a:pathLst>
                <a:path w="2199" h="8988" extrusionOk="0">
                  <a:moveTo>
                    <a:pt x="0" y="0"/>
                  </a:moveTo>
                  <a:lnTo>
                    <a:pt x="0" y="8988"/>
                  </a:lnTo>
                  <a:lnTo>
                    <a:pt x="2199" y="8988"/>
                  </a:lnTo>
                  <a:lnTo>
                    <a:pt x="219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07"/>
        <p:cNvGrpSpPr/>
        <p:nvPr/>
      </p:nvGrpSpPr>
      <p:grpSpPr>
        <a:xfrm>
          <a:off x="0" y="0"/>
          <a:ext cx="0" cy="0"/>
          <a:chOff x="0" y="0"/>
          <a:chExt cx="0" cy="0"/>
        </a:xfrm>
      </p:grpSpPr>
      <p:sp>
        <p:nvSpPr>
          <p:cNvPr id="1808" name="Google Shape;1808;p49"/>
          <p:cNvSpPr txBox="1">
            <a:spLocks noGrp="1"/>
          </p:cNvSpPr>
          <p:nvPr>
            <p:ph type="title"/>
          </p:nvPr>
        </p:nvSpPr>
        <p:spPr>
          <a:xfrm>
            <a:off x="1127750" y="1151175"/>
            <a:ext cx="2110200" cy="3717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sz="2000" u="sng">
                <a:solidFill>
                  <a:schemeClr val="lt2"/>
                </a:solidFill>
              </a:rPr>
              <a:t>KNN Example</a:t>
            </a:r>
            <a:endParaRPr sz="2000">
              <a:solidFill>
                <a:schemeClr val="lt2"/>
              </a:solidFill>
            </a:endParaRPr>
          </a:p>
        </p:txBody>
      </p:sp>
      <p:pic>
        <p:nvPicPr>
          <p:cNvPr id="1809" name="Google Shape;1809;p49"/>
          <p:cNvPicPr preferRelativeResize="0"/>
          <p:nvPr/>
        </p:nvPicPr>
        <p:blipFill>
          <a:blip r:embed="rId3">
            <a:alphaModFix/>
          </a:blip>
          <a:stretch>
            <a:fillRect/>
          </a:stretch>
        </p:blipFill>
        <p:spPr>
          <a:xfrm>
            <a:off x="3544300" y="596575"/>
            <a:ext cx="4315449" cy="4206313"/>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13"/>
        <p:cNvGrpSpPr/>
        <p:nvPr/>
      </p:nvGrpSpPr>
      <p:grpSpPr>
        <a:xfrm>
          <a:off x="0" y="0"/>
          <a:ext cx="0" cy="0"/>
          <a:chOff x="0" y="0"/>
          <a:chExt cx="0" cy="0"/>
        </a:xfrm>
      </p:grpSpPr>
      <p:sp>
        <p:nvSpPr>
          <p:cNvPr id="1814" name="Google Shape;1814;p50"/>
          <p:cNvSpPr txBox="1">
            <a:spLocks noGrp="1"/>
          </p:cNvSpPr>
          <p:nvPr>
            <p:ph type="title"/>
          </p:nvPr>
        </p:nvSpPr>
        <p:spPr>
          <a:xfrm>
            <a:off x="955825" y="1280100"/>
            <a:ext cx="3396000" cy="467700"/>
          </a:xfrm>
          <a:prstGeom prst="rect">
            <a:avLst/>
          </a:prstGeom>
        </p:spPr>
        <p:txBody>
          <a:bodyPr spcFirstLastPara="1" wrap="square" lIns="91425" tIns="0" rIns="91425" bIns="91425" anchor="t" anchorCtr="0">
            <a:noAutofit/>
          </a:bodyPr>
          <a:lstStyle/>
          <a:p>
            <a:pPr marL="0" lvl="0" indent="0" algn="l" rtl="0">
              <a:lnSpc>
                <a:spcPct val="218181"/>
              </a:lnSpc>
              <a:spcBef>
                <a:spcPts val="3000"/>
              </a:spcBef>
              <a:spcAft>
                <a:spcPts val="0"/>
              </a:spcAft>
              <a:buNone/>
            </a:pPr>
            <a:r>
              <a:rPr lang="en" sz="2000" b="1">
                <a:solidFill>
                  <a:schemeClr val="dk2"/>
                </a:solidFill>
                <a:latin typeface="Georgia"/>
                <a:ea typeface="Georgia"/>
                <a:cs typeface="Georgia"/>
                <a:sym typeface="Georgia"/>
              </a:rPr>
              <a:t>How to Find the Ideal K</a:t>
            </a:r>
            <a:endParaRPr sz="2000" b="1">
              <a:solidFill>
                <a:schemeClr val="dk2"/>
              </a:solidFill>
              <a:latin typeface="Georgia"/>
              <a:ea typeface="Georgia"/>
              <a:cs typeface="Georgia"/>
              <a:sym typeface="Georgia"/>
            </a:endParaRPr>
          </a:p>
          <a:p>
            <a:pPr marL="0" lvl="0" indent="0" algn="l" rtl="0">
              <a:spcBef>
                <a:spcPts val="0"/>
              </a:spcBef>
              <a:spcAft>
                <a:spcPts val="0"/>
              </a:spcAft>
              <a:buNone/>
            </a:pPr>
            <a:endParaRPr sz="3400">
              <a:solidFill>
                <a:schemeClr val="dk2"/>
              </a:solidFill>
            </a:endParaRPr>
          </a:p>
        </p:txBody>
      </p:sp>
      <p:sp>
        <p:nvSpPr>
          <p:cNvPr id="1815" name="Google Shape;1815;p50"/>
          <p:cNvSpPr txBox="1">
            <a:spLocks noGrp="1"/>
          </p:cNvSpPr>
          <p:nvPr>
            <p:ph type="subTitle" idx="1"/>
          </p:nvPr>
        </p:nvSpPr>
        <p:spPr>
          <a:xfrm>
            <a:off x="4108275" y="1747800"/>
            <a:ext cx="3872100" cy="21450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Clr>
                <a:schemeClr val="accent6"/>
              </a:buClr>
              <a:buSzPts val="1400"/>
              <a:buAutoNum type="arabicPeriod"/>
            </a:pPr>
            <a:r>
              <a:rPr lang="en">
                <a:solidFill>
                  <a:schemeClr val="accent6"/>
                </a:solidFill>
              </a:rPr>
              <a:t>Using odd numbers, fit a KNN classifier for each number.</a:t>
            </a:r>
            <a:endParaRPr>
              <a:solidFill>
                <a:schemeClr val="accent6"/>
              </a:solidFill>
            </a:endParaRPr>
          </a:p>
          <a:p>
            <a:pPr marL="457200" lvl="0" indent="-317500" algn="l" rtl="0">
              <a:spcBef>
                <a:spcPts val="0"/>
              </a:spcBef>
              <a:spcAft>
                <a:spcPts val="0"/>
              </a:spcAft>
              <a:buClr>
                <a:schemeClr val="accent6"/>
              </a:buClr>
              <a:buSzPts val="1400"/>
              <a:buAutoNum type="arabicPeriod"/>
            </a:pPr>
            <a:r>
              <a:rPr lang="en">
                <a:solidFill>
                  <a:schemeClr val="accent6"/>
                </a:solidFill>
              </a:rPr>
              <a:t>Create predictions.</a:t>
            </a:r>
            <a:endParaRPr>
              <a:solidFill>
                <a:schemeClr val="accent6"/>
              </a:solidFill>
            </a:endParaRPr>
          </a:p>
          <a:p>
            <a:pPr marL="457200" lvl="0" indent="-317500" algn="l" rtl="0">
              <a:spcBef>
                <a:spcPts val="0"/>
              </a:spcBef>
              <a:spcAft>
                <a:spcPts val="0"/>
              </a:spcAft>
              <a:buClr>
                <a:schemeClr val="accent6"/>
              </a:buClr>
              <a:buSzPts val="1400"/>
              <a:buAutoNum type="arabicPeriod"/>
            </a:pPr>
            <a:r>
              <a:rPr lang="en">
                <a:solidFill>
                  <a:schemeClr val="accent6"/>
                </a:solidFill>
              </a:rPr>
              <a:t>Further evaluate the performance using the predictions produced in step 2.</a:t>
            </a:r>
            <a:endParaRPr>
              <a:solidFill>
                <a:schemeClr val="accent6"/>
              </a:solidFill>
            </a:endParaRPr>
          </a:p>
          <a:p>
            <a:pPr marL="457200" lvl="0" indent="-317500" algn="l" rtl="0">
              <a:spcBef>
                <a:spcPts val="0"/>
              </a:spcBef>
              <a:spcAft>
                <a:spcPts val="0"/>
              </a:spcAft>
              <a:buClr>
                <a:schemeClr val="accent6"/>
              </a:buClr>
              <a:buSzPts val="1400"/>
              <a:buAutoNum type="arabicPeriod"/>
            </a:pPr>
            <a:r>
              <a:rPr lang="en">
                <a:solidFill>
                  <a:schemeClr val="accent6"/>
                </a:solidFill>
              </a:rPr>
              <a:t>Compare results across each model and decide on the one with the least error ?</a:t>
            </a:r>
            <a:endParaRPr>
              <a:solidFill>
                <a:schemeClr val="accent6"/>
              </a:solidFill>
            </a:endParaRPr>
          </a:p>
          <a:p>
            <a:pPr marL="0" lvl="0" indent="0" algn="l" rtl="0">
              <a:spcBef>
                <a:spcPts val="0"/>
              </a:spcBef>
              <a:spcAft>
                <a:spcPts val="0"/>
              </a:spcAft>
              <a:buNone/>
            </a:pPr>
            <a:endParaRPr>
              <a:solidFill>
                <a:schemeClr val="accent6"/>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19"/>
        <p:cNvGrpSpPr/>
        <p:nvPr/>
      </p:nvGrpSpPr>
      <p:grpSpPr>
        <a:xfrm>
          <a:off x="0" y="0"/>
          <a:ext cx="0" cy="0"/>
          <a:chOff x="0" y="0"/>
          <a:chExt cx="0" cy="0"/>
        </a:xfrm>
      </p:grpSpPr>
      <p:sp>
        <p:nvSpPr>
          <p:cNvPr id="1820" name="Google Shape;1820;p51"/>
          <p:cNvSpPr txBox="1">
            <a:spLocks noGrp="1"/>
          </p:cNvSpPr>
          <p:nvPr>
            <p:ph type="title"/>
          </p:nvPr>
        </p:nvSpPr>
        <p:spPr>
          <a:xfrm>
            <a:off x="1041800" y="1165475"/>
            <a:ext cx="3027300" cy="11814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a:t>Pros and Cons of using KNN</a:t>
            </a:r>
            <a:endParaRPr/>
          </a:p>
          <a:p>
            <a:pPr marL="0" lvl="0" indent="0" algn="l" rtl="0">
              <a:spcBef>
                <a:spcPts val="0"/>
              </a:spcBef>
              <a:spcAft>
                <a:spcPts val="0"/>
              </a:spcAft>
              <a:buNone/>
            </a:pPr>
            <a:endParaRPr/>
          </a:p>
        </p:txBody>
      </p:sp>
      <p:sp>
        <p:nvSpPr>
          <p:cNvPr id="1821" name="Google Shape;1821;p51"/>
          <p:cNvSpPr txBox="1">
            <a:spLocks noGrp="1"/>
          </p:cNvSpPr>
          <p:nvPr>
            <p:ph type="subTitle" idx="1"/>
          </p:nvPr>
        </p:nvSpPr>
        <p:spPr>
          <a:xfrm>
            <a:off x="4695350" y="1165475"/>
            <a:ext cx="3396000" cy="324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Pros:</a:t>
            </a:r>
            <a:endParaRPr/>
          </a:p>
          <a:p>
            <a:pPr marL="457200" lvl="0" indent="-317500" algn="l" rtl="0">
              <a:spcBef>
                <a:spcPts val="0"/>
              </a:spcBef>
              <a:spcAft>
                <a:spcPts val="0"/>
              </a:spcAft>
              <a:buSzPts val="1400"/>
              <a:buChar char="●"/>
            </a:pPr>
            <a:r>
              <a:rPr lang="en"/>
              <a:t>Simplistic algorithm — uses only value of K (odd number) and the distance function (Euclidean, as mentioned today).</a:t>
            </a:r>
            <a:endParaRPr/>
          </a:p>
          <a:p>
            <a:pPr marL="457200" lvl="0" indent="-317500" algn="l" rtl="0">
              <a:spcBef>
                <a:spcPts val="0"/>
              </a:spcBef>
              <a:spcAft>
                <a:spcPts val="0"/>
              </a:spcAft>
              <a:buSzPts val="1400"/>
              <a:buChar char="●"/>
            </a:pPr>
            <a:r>
              <a:rPr lang="en"/>
              <a:t>Efficient method for small datasets.</a:t>
            </a:r>
            <a:endParaRPr/>
          </a:p>
          <a:p>
            <a:pPr marL="457200" lvl="0" indent="-317500" algn="l" rtl="0">
              <a:spcBef>
                <a:spcPts val="0"/>
              </a:spcBef>
              <a:spcAft>
                <a:spcPts val="0"/>
              </a:spcAft>
              <a:buSzPts val="1400"/>
              <a:buChar char="●"/>
            </a:pPr>
            <a:r>
              <a:rPr lang="en"/>
              <a:t>Utilises “Lazy Learning.” In doing so, the training dataset is stored and is used only when making predictions therefore making it more quick than Support Vector Machines (SVMs) and Linear Regression.</a:t>
            </a:r>
            <a:endParaRPr/>
          </a:p>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25"/>
        <p:cNvGrpSpPr/>
        <p:nvPr/>
      </p:nvGrpSpPr>
      <p:grpSpPr>
        <a:xfrm>
          <a:off x="0" y="0"/>
          <a:ext cx="0" cy="0"/>
          <a:chOff x="0" y="0"/>
          <a:chExt cx="0" cy="0"/>
        </a:xfrm>
      </p:grpSpPr>
      <p:sp>
        <p:nvSpPr>
          <p:cNvPr id="1826" name="Google Shape;1826;p52"/>
          <p:cNvSpPr txBox="1">
            <a:spLocks noGrp="1"/>
          </p:cNvSpPr>
          <p:nvPr>
            <p:ph type="subTitle" idx="1"/>
          </p:nvPr>
        </p:nvSpPr>
        <p:spPr>
          <a:xfrm>
            <a:off x="3749775" y="949475"/>
            <a:ext cx="4502700" cy="287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accent6"/>
                </a:solidFill>
                <a:latin typeface="Bai Jamjuree Medium"/>
                <a:ea typeface="Bai Jamjuree Medium"/>
                <a:cs typeface="Bai Jamjuree Medium"/>
                <a:sym typeface="Bai Jamjuree Medium"/>
              </a:rPr>
              <a:t>Cons:</a:t>
            </a:r>
            <a:endParaRPr sz="1500">
              <a:solidFill>
                <a:schemeClr val="accent6"/>
              </a:solidFill>
              <a:latin typeface="Bai Jamjuree Medium"/>
              <a:ea typeface="Bai Jamjuree Medium"/>
              <a:cs typeface="Bai Jamjuree Medium"/>
              <a:sym typeface="Bai Jamjuree Medium"/>
            </a:endParaRPr>
          </a:p>
          <a:p>
            <a:pPr marL="457200" lvl="0" indent="-323850" algn="l" rtl="0">
              <a:spcBef>
                <a:spcPts val="0"/>
              </a:spcBef>
              <a:spcAft>
                <a:spcPts val="0"/>
              </a:spcAft>
              <a:buClr>
                <a:schemeClr val="accent6"/>
              </a:buClr>
              <a:buSzPts val="1500"/>
              <a:buFont typeface="Bai Jamjuree Medium"/>
              <a:buChar char="●"/>
            </a:pPr>
            <a:r>
              <a:rPr lang="en" sz="1500">
                <a:solidFill>
                  <a:schemeClr val="accent6"/>
                </a:solidFill>
                <a:latin typeface="Bai Jamjuree Medium"/>
                <a:ea typeface="Bai Jamjuree Medium"/>
                <a:cs typeface="Bai Jamjuree Medium"/>
                <a:sym typeface="Bai Jamjuree Medium"/>
              </a:rPr>
              <a:t>Large datasets take longer to process.</a:t>
            </a:r>
            <a:endParaRPr sz="1500">
              <a:solidFill>
                <a:schemeClr val="accent6"/>
              </a:solidFill>
              <a:latin typeface="Bai Jamjuree Medium"/>
              <a:ea typeface="Bai Jamjuree Medium"/>
              <a:cs typeface="Bai Jamjuree Medium"/>
              <a:sym typeface="Bai Jamjuree Medium"/>
            </a:endParaRPr>
          </a:p>
          <a:p>
            <a:pPr marL="457200" marR="25400" lvl="0" indent="-323850" algn="l" rtl="0">
              <a:lnSpc>
                <a:spcPct val="156250"/>
              </a:lnSpc>
              <a:spcBef>
                <a:spcPts val="0"/>
              </a:spcBef>
              <a:spcAft>
                <a:spcPts val="0"/>
              </a:spcAft>
              <a:buClr>
                <a:schemeClr val="accent6"/>
              </a:buClr>
              <a:buSzPts val="1500"/>
              <a:buFont typeface="Bai Jamjuree Medium"/>
              <a:buChar char="●"/>
            </a:pPr>
            <a:r>
              <a:rPr lang="en" sz="1500">
                <a:solidFill>
                  <a:schemeClr val="accent6"/>
                </a:solidFill>
                <a:latin typeface="Bai Jamjuree Medium"/>
                <a:ea typeface="Bai Jamjuree Medium"/>
                <a:cs typeface="Bai Jamjuree Medium"/>
                <a:sym typeface="Bai Jamjuree Medium"/>
              </a:rPr>
              <a:t>Always needs to determine the value of K which may be complex some time.</a:t>
            </a:r>
            <a:endParaRPr sz="1500">
              <a:solidFill>
                <a:schemeClr val="accent6"/>
              </a:solidFill>
              <a:latin typeface="Bai Jamjuree Medium"/>
              <a:ea typeface="Bai Jamjuree Medium"/>
              <a:cs typeface="Bai Jamjuree Medium"/>
              <a:sym typeface="Bai Jamjuree Medium"/>
            </a:endParaRPr>
          </a:p>
          <a:p>
            <a:pPr marL="457200" marR="25400" lvl="0" indent="-323850" algn="l" rtl="0">
              <a:lnSpc>
                <a:spcPct val="156250"/>
              </a:lnSpc>
              <a:spcBef>
                <a:spcPts val="0"/>
              </a:spcBef>
              <a:spcAft>
                <a:spcPts val="0"/>
              </a:spcAft>
              <a:buClr>
                <a:schemeClr val="accent6"/>
              </a:buClr>
              <a:buSzPts val="1500"/>
              <a:buFont typeface="Bai Jamjuree Medium"/>
              <a:buChar char="●"/>
            </a:pPr>
            <a:r>
              <a:rPr lang="en" sz="1500">
                <a:solidFill>
                  <a:schemeClr val="accent6"/>
                </a:solidFill>
                <a:latin typeface="Bai Jamjuree Medium"/>
                <a:ea typeface="Bai Jamjuree Medium"/>
                <a:cs typeface="Bai Jamjuree Medium"/>
                <a:sym typeface="Bai Jamjuree Medium"/>
              </a:rPr>
              <a:t>The computation cost is high because of calculating the distance between the data points for all the training samples.</a:t>
            </a:r>
            <a:endParaRPr sz="1500">
              <a:solidFill>
                <a:schemeClr val="accent6"/>
              </a:solidFill>
              <a:latin typeface="Bai Jamjuree Medium"/>
              <a:ea typeface="Bai Jamjuree Medium"/>
              <a:cs typeface="Bai Jamjuree Medium"/>
              <a:sym typeface="Bai Jamjuree Medium"/>
            </a:endParaRPr>
          </a:p>
          <a:p>
            <a:pPr marL="457200" lvl="0" indent="-323850" algn="l" rtl="0">
              <a:spcBef>
                <a:spcPts val="0"/>
              </a:spcBef>
              <a:spcAft>
                <a:spcPts val="0"/>
              </a:spcAft>
              <a:buClr>
                <a:schemeClr val="accent6"/>
              </a:buClr>
              <a:buSzPts val="1500"/>
              <a:buFont typeface="Bai Jamjuree Medium"/>
              <a:buChar char="●"/>
            </a:pPr>
            <a:r>
              <a:rPr lang="en" sz="1500">
                <a:solidFill>
                  <a:schemeClr val="accent6"/>
                </a:solidFill>
                <a:latin typeface="Bai Jamjuree Medium"/>
                <a:ea typeface="Bai Jamjuree Medium"/>
                <a:cs typeface="Bai Jamjuree Medium"/>
                <a:sym typeface="Bai Jamjuree Medium"/>
              </a:rPr>
              <a:t>Noisy data can result in over-fitting or under-fitting of data.</a:t>
            </a:r>
            <a:endParaRPr sz="1500">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sz="1500">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theme/theme1.xml><?xml version="1.0" encoding="utf-8"?>
<a:theme xmlns:a="http://schemas.openxmlformats.org/drawingml/2006/main" name="Data Science Project Proposal by Slidesgo">
  <a:themeElements>
    <a:clrScheme name="Simple Light">
      <a:dk1>
        <a:srgbClr val="0E0E0E"/>
      </a:dk1>
      <a:lt1>
        <a:srgbClr val="FFFFFF"/>
      </a:lt1>
      <a:dk2>
        <a:srgbClr val="72F49A"/>
      </a:dk2>
      <a:lt2>
        <a:srgbClr val="47A5F3"/>
      </a:lt2>
      <a:accent1>
        <a:srgbClr val="F341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624</Words>
  <Application>Microsoft Office PowerPoint</Application>
  <PresentationFormat>On-screen Show (16:9)</PresentationFormat>
  <Paragraphs>54</Paragraphs>
  <Slides>12</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Bai Jamjuree</vt:lpstr>
      <vt:lpstr>Anaheim</vt:lpstr>
      <vt:lpstr>Georgia</vt:lpstr>
      <vt:lpstr>Aldrich</vt:lpstr>
      <vt:lpstr>Arial</vt:lpstr>
      <vt:lpstr>Bai Jamjuree Medium</vt:lpstr>
      <vt:lpstr>Data Science Project Proposal by Slidesgo</vt:lpstr>
      <vt:lpstr>K Nearest Neighbour </vt:lpstr>
      <vt:lpstr>What is KNN?</vt:lpstr>
      <vt:lpstr>Example: Suppose, we have an image of a creature that looks similar to cat and dog, but we want to know either it is a cat or dog.   For this identification, we can use the KNN algorithm, as it works on a similarity measure.   Our KNN model will find the similar features of the new data set to the cats and dogs images and based on the most similar features it will put it in either cat or dog category. </vt:lpstr>
      <vt:lpstr>Applications of KNN</vt:lpstr>
      <vt:lpstr>Where To Use KNN</vt:lpstr>
      <vt:lpstr>When To Use KNN (Assumptions)</vt:lpstr>
      <vt:lpstr>How does K-NN work?</vt:lpstr>
      <vt:lpstr>Step 1 − For implementing any algorithm, we need dataset. So during the first step of KNN, we must load the training as well as test data. Step 2 − Next, we need to choose the value of K i.e. the nearest data points. K can be any integer. Step 3 − For each point in the test data do the following − 3.1 − Calculate the distance between test data and each row of training data with the help of any of the method namely: Euclidean, Manhattan or Hamming distance. The most commonly used method to calculate distance is Euclidean. 3.2 − Now, based on the distance value, sort them in ascending order. 3.3 − Next, it will choose the top K rows from the sorted array. 3.4 − Now, it will assign a class to the test point based on most frequent class of these rows.  </vt:lpstr>
      <vt:lpstr>KNN Example</vt:lpstr>
      <vt:lpstr>How to Find the Ideal K </vt:lpstr>
      <vt:lpstr>Pros and Cons of using KNN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KNN, SVM,  ENSEMBLE METHODS </dc:title>
  <dc:creator>Amit Yadav</dc:creator>
  <cp:lastModifiedBy>Amit Yadav</cp:lastModifiedBy>
  <cp:revision>2</cp:revision>
  <dcterms:modified xsi:type="dcterms:W3CDTF">2022-08-31T02:28:42Z</dcterms:modified>
</cp:coreProperties>
</file>