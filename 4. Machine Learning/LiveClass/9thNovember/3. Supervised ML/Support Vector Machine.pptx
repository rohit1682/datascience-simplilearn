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6" r:id="rId1"/>
  </p:sldMasterIdLst>
  <p:notesMasterIdLst>
    <p:notesMasterId r:id="rId15"/>
  </p:notesMasterIdLst>
  <p:sldIdLst>
    <p:sldId id="269" r:id="rId2"/>
    <p:sldId id="270" r:id="rId3"/>
    <p:sldId id="271" r:id="rId4"/>
    <p:sldId id="272" r:id="rId5"/>
    <p:sldId id="273" r:id="rId6"/>
    <p:sldId id="274" r:id="rId7"/>
    <p:sldId id="275" r:id="rId8"/>
    <p:sldId id="276" r:id="rId9"/>
    <p:sldId id="277" r:id="rId10"/>
    <p:sldId id="278" r:id="rId11"/>
    <p:sldId id="279" r:id="rId12"/>
    <p:sldId id="280" r:id="rId13"/>
    <p:sldId id="281" r:id="rId14"/>
  </p:sldIdLst>
  <p:sldSz cx="9144000" cy="5143500" type="screen16x9"/>
  <p:notesSz cx="6858000" cy="9144000"/>
  <p:embeddedFontLst>
    <p:embeddedFont>
      <p:font typeface="Aldrich" panose="020B0604020202020204" charset="0"/>
      <p:regular r:id="rId16"/>
    </p:embeddedFont>
    <p:embeddedFont>
      <p:font typeface="Bai Jamjuree" panose="020B0604020202020204" charset="-34"/>
      <p:regular r:id="rId17"/>
      <p:bold r:id="rId18"/>
      <p:italic r:id="rId19"/>
      <p:boldItalic r:id="rId20"/>
    </p:embeddedFont>
    <p:embeddedFont>
      <p:font typeface="Bai Jamjuree Medium" panose="020B0604020202020204" charset="-34"/>
      <p:regular r:id="rId21"/>
      <p:bold r:id="rId22"/>
      <p:italic r:id="rId23"/>
      <p:boldItalic r:id="rId24"/>
    </p:embeddedFont>
    <p:embeddedFont>
      <p:font typeface="Bai Jamjuree SemiBold" panose="020B0604020202020204" charset="-34"/>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7" d="100"/>
          <a:sy n="117" d="100"/>
        </p:scale>
        <p:origin x="156"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7"/>
        <p:cNvGrpSpPr/>
        <p:nvPr/>
      </p:nvGrpSpPr>
      <p:grpSpPr>
        <a:xfrm>
          <a:off x="0" y="0"/>
          <a:ext cx="0" cy="0"/>
          <a:chOff x="0" y="0"/>
          <a:chExt cx="0" cy="0"/>
        </a:xfrm>
      </p:grpSpPr>
      <p:sp>
        <p:nvSpPr>
          <p:cNvPr id="1828" name="Google Shape;1828;g1474dfc8c8b_0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9" name="Google Shape;1829;g1474dfc8c8b_0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1"/>
        <p:cNvGrpSpPr/>
        <p:nvPr/>
      </p:nvGrpSpPr>
      <p:grpSpPr>
        <a:xfrm>
          <a:off x="0" y="0"/>
          <a:ext cx="0" cy="0"/>
          <a:chOff x="0" y="0"/>
          <a:chExt cx="0" cy="0"/>
        </a:xfrm>
      </p:grpSpPr>
      <p:sp>
        <p:nvSpPr>
          <p:cNvPr id="1842" name="Google Shape;1842;g12948bcd1fb_0_26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3" name="Google Shape;1843;g12948bcd1fb_0_26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8"/>
        <p:cNvGrpSpPr/>
        <p:nvPr/>
      </p:nvGrpSpPr>
      <p:grpSpPr>
        <a:xfrm>
          <a:off x="0" y="0"/>
          <a:ext cx="0" cy="0"/>
          <a:chOff x="0" y="0"/>
          <a:chExt cx="0" cy="0"/>
        </a:xfrm>
      </p:grpSpPr>
      <p:sp>
        <p:nvSpPr>
          <p:cNvPr id="1849" name="Google Shape;1849;g1474dfc8c8b_0_2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0" name="Google Shape;1850;g1474dfc8c8b_0_2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4"/>
        <p:cNvGrpSpPr/>
        <p:nvPr/>
      </p:nvGrpSpPr>
      <p:grpSpPr>
        <a:xfrm>
          <a:off x="0" y="0"/>
          <a:ext cx="0" cy="0"/>
          <a:chOff x="0" y="0"/>
          <a:chExt cx="0" cy="0"/>
        </a:xfrm>
      </p:grpSpPr>
      <p:sp>
        <p:nvSpPr>
          <p:cNvPr id="1855" name="Google Shape;1855;g1474dfc8c8b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6" name="Google Shape;1856;g1474dfc8c8b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0"/>
        <p:cNvGrpSpPr/>
        <p:nvPr/>
      </p:nvGrpSpPr>
      <p:grpSpPr>
        <a:xfrm>
          <a:off x="0" y="0"/>
          <a:ext cx="0" cy="0"/>
          <a:chOff x="0" y="0"/>
          <a:chExt cx="0" cy="0"/>
        </a:xfrm>
      </p:grpSpPr>
      <p:sp>
        <p:nvSpPr>
          <p:cNvPr id="1861" name="Google Shape;1861;g1474dfc8c8b_0_3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2" name="Google Shape;1862;g1474dfc8c8b_0_3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6"/>
        <p:cNvGrpSpPr/>
        <p:nvPr/>
      </p:nvGrpSpPr>
      <p:grpSpPr>
        <a:xfrm>
          <a:off x="0" y="0"/>
          <a:ext cx="0" cy="0"/>
          <a:chOff x="0" y="0"/>
          <a:chExt cx="0" cy="0"/>
        </a:xfrm>
      </p:grpSpPr>
      <p:sp>
        <p:nvSpPr>
          <p:cNvPr id="1867" name="Google Shape;1867;g1474dfc8c8b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8" name="Google Shape;1868;g1474dfc8c8b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3"/>
        <p:cNvGrpSpPr/>
        <p:nvPr/>
      </p:nvGrpSpPr>
      <p:grpSpPr>
        <a:xfrm>
          <a:off x="0" y="0"/>
          <a:ext cx="0" cy="0"/>
          <a:chOff x="0" y="0"/>
          <a:chExt cx="0" cy="0"/>
        </a:xfrm>
      </p:grpSpPr>
      <p:sp>
        <p:nvSpPr>
          <p:cNvPr id="1874" name="Google Shape;1874;g1474dfc8c8b_0_2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5" name="Google Shape;1875;g1474dfc8c8b_0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9"/>
        <p:cNvGrpSpPr/>
        <p:nvPr/>
      </p:nvGrpSpPr>
      <p:grpSpPr>
        <a:xfrm>
          <a:off x="0" y="0"/>
          <a:ext cx="0" cy="0"/>
          <a:chOff x="0" y="0"/>
          <a:chExt cx="0" cy="0"/>
        </a:xfrm>
      </p:grpSpPr>
      <p:sp>
        <p:nvSpPr>
          <p:cNvPr id="1880" name="Google Shape;1880;g1474dfc8c8b_0_2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1" name="Google Shape;1881;g1474dfc8c8b_0_2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5"/>
        <p:cNvGrpSpPr/>
        <p:nvPr/>
      </p:nvGrpSpPr>
      <p:grpSpPr>
        <a:xfrm>
          <a:off x="0" y="0"/>
          <a:ext cx="0" cy="0"/>
          <a:chOff x="0" y="0"/>
          <a:chExt cx="0" cy="0"/>
        </a:xfrm>
      </p:grpSpPr>
      <p:sp>
        <p:nvSpPr>
          <p:cNvPr id="1886" name="Google Shape;1886;g1474dfc8c8b_0_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7" name="Google Shape;1887;g1474dfc8c8b_0_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1"/>
        <p:cNvGrpSpPr/>
        <p:nvPr/>
      </p:nvGrpSpPr>
      <p:grpSpPr>
        <a:xfrm>
          <a:off x="0" y="0"/>
          <a:ext cx="0" cy="0"/>
          <a:chOff x="0" y="0"/>
          <a:chExt cx="0" cy="0"/>
        </a:xfrm>
      </p:grpSpPr>
      <p:sp>
        <p:nvSpPr>
          <p:cNvPr id="1892" name="Google Shape;1892;g1474dfc8c8b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3" name="Google Shape;1893;g1474dfc8c8b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8"/>
        <p:cNvGrpSpPr/>
        <p:nvPr/>
      </p:nvGrpSpPr>
      <p:grpSpPr>
        <a:xfrm>
          <a:off x="0" y="0"/>
          <a:ext cx="0" cy="0"/>
          <a:chOff x="0" y="0"/>
          <a:chExt cx="0" cy="0"/>
        </a:xfrm>
      </p:grpSpPr>
      <p:sp>
        <p:nvSpPr>
          <p:cNvPr id="1899" name="Google Shape;1899;g1474dfc8c8b_0_2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0" name="Google Shape;1900;g1474dfc8c8b_0_2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5"/>
        <p:cNvGrpSpPr/>
        <p:nvPr/>
      </p:nvGrpSpPr>
      <p:grpSpPr>
        <a:xfrm>
          <a:off x="0" y="0"/>
          <a:ext cx="0" cy="0"/>
          <a:chOff x="0" y="0"/>
          <a:chExt cx="0" cy="0"/>
        </a:xfrm>
      </p:grpSpPr>
      <p:sp>
        <p:nvSpPr>
          <p:cNvPr id="1906" name="Google Shape;1906;g1474dfc8c8b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7" name="Google Shape;1907;g1474dfc8c8b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3"/>
        <p:cNvGrpSpPr/>
        <p:nvPr/>
      </p:nvGrpSpPr>
      <p:grpSpPr>
        <a:xfrm>
          <a:off x="0" y="0"/>
          <a:ext cx="0" cy="0"/>
          <a:chOff x="0" y="0"/>
          <a:chExt cx="0" cy="0"/>
        </a:xfrm>
      </p:grpSpPr>
      <p:sp>
        <p:nvSpPr>
          <p:cNvPr id="1914" name="Google Shape;1914;g12948bcd1fb_0_222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5" name="Google Shape;1915;g12948bcd1fb_0_222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hyperlink" Target="http://bit.ly/2Tynxth" TargetMode="External"/><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4"/>
        <p:cNvGrpSpPr/>
        <p:nvPr/>
      </p:nvGrpSpPr>
      <p:grpSpPr>
        <a:xfrm>
          <a:off x="0" y="0"/>
          <a:ext cx="0" cy="0"/>
          <a:chOff x="0" y="0"/>
          <a:chExt cx="0" cy="0"/>
        </a:xfrm>
      </p:grpSpPr>
      <p:pic>
        <p:nvPicPr>
          <p:cNvPr id="95" name="Google Shape;95;p3"/>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96" name="Google Shape;96;p3"/>
          <p:cNvSpPr txBox="1">
            <a:spLocks noGrp="1"/>
          </p:cNvSpPr>
          <p:nvPr>
            <p:ph type="title"/>
          </p:nvPr>
        </p:nvSpPr>
        <p:spPr>
          <a:xfrm>
            <a:off x="1467300" y="2623376"/>
            <a:ext cx="6209400" cy="841800"/>
          </a:xfrm>
          <a:prstGeom prst="rect">
            <a:avLst/>
          </a:prstGeom>
        </p:spPr>
        <p:txBody>
          <a:bodyPr spcFirstLastPara="1" wrap="square" lIns="91425" tIns="0"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97" name="Google Shape;97;p3"/>
          <p:cNvSpPr txBox="1">
            <a:spLocks noGrp="1"/>
          </p:cNvSpPr>
          <p:nvPr>
            <p:ph type="title" idx="2" hasCustomPrompt="1"/>
          </p:nvPr>
        </p:nvSpPr>
        <p:spPr>
          <a:xfrm>
            <a:off x="2748300" y="965501"/>
            <a:ext cx="3647400" cy="1599900"/>
          </a:xfrm>
          <a:prstGeom prst="rect">
            <a:avLst/>
          </a:prstGeom>
        </p:spPr>
        <p:txBody>
          <a:bodyPr spcFirstLastPara="1" wrap="square" lIns="91425" tIns="0" rIns="91425" bIns="91425" anchor="t" anchorCtr="0">
            <a:noAutofit/>
          </a:bodyPr>
          <a:lstStyle>
            <a:lvl1pPr lvl="0" algn="ctr" rtl="0">
              <a:spcBef>
                <a:spcPts val="0"/>
              </a:spcBef>
              <a:spcAft>
                <a:spcPts val="0"/>
              </a:spcAft>
              <a:buSzPts val="12000"/>
              <a:buNone/>
              <a:defRPr sz="12000">
                <a:solidFill>
                  <a:schemeClr val="lt2"/>
                </a:solidFill>
              </a:defRPr>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8" name="Google Shape;98;p3"/>
          <p:cNvSpPr txBox="1">
            <a:spLocks noGrp="1"/>
          </p:cNvSpPr>
          <p:nvPr>
            <p:ph type="subTitle" idx="1"/>
          </p:nvPr>
        </p:nvSpPr>
        <p:spPr>
          <a:xfrm>
            <a:off x="2181900" y="3792111"/>
            <a:ext cx="4780200" cy="348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7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pic>
        <p:nvPicPr>
          <p:cNvPr id="99" name="Google Shape;99;p3"/>
          <p:cNvPicPr preferRelativeResize="0"/>
          <p:nvPr/>
        </p:nvPicPr>
        <p:blipFill rotWithShape="1">
          <a:blip r:embed="rId3">
            <a:alphaModFix/>
          </a:blip>
          <a:srcRect l="228" r="238"/>
          <a:stretch/>
        </p:blipFill>
        <p:spPr>
          <a:xfrm flipH="1">
            <a:off x="-9" y="4016075"/>
            <a:ext cx="9353213" cy="2681250"/>
          </a:xfrm>
          <a:prstGeom prst="rect">
            <a:avLst/>
          </a:prstGeom>
          <a:noFill/>
          <a:ln>
            <a:noFill/>
          </a:ln>
        </p:spPr>
      </p:pic>
      <p:grpSp>
        <p:nvGrpSpPr>
          <p:cNvPr id="100" name="Google Shape;100;p3"/>
          <p:cNvGrpSpPr/>
          <p:nvPr/>
        </p:nvGrpSpPr>
        <p:grpSpPr>
          <a:xfrm flipH="1">
            <a:off x="8483181" y="4016070"/>
            <a:ext cx="283332" cy="284718"/>
            <a:chOff x="423709" y="3302025"/>
            <a:chExt cx="216416" cy="217475"/>
          </a:xfrm>
        </p:grpSpPr>
        <p:sp>
          <p:nvSpPr>
            <p:cNvPr id="101" name="Google Shape;101;p3"/>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 name="Google Shape;103;p3"/>
          <p:cNvGrpSpPr/>
          <p:nvPr/>
        </p:nvGrpSpPr>
        <p:grpSpPr>
          <a:xfrm flipH="1">
            <a:off x="8175513" y="140497"/>
            <a:ext cx="2019176" cy="2019176"/>
            <a:chOff x="1943325" y="-220375"/>
            <a:chExt cx="1298672" cy="1298672"/>
          </a:xfrm>
        </p:grpSpPr>
        <p:sp>
          <p:nvSpPr>
            <p:cNvPr id="104" name="Google Shape;104;p3"/>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3"/>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3"/>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3"/>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3"/>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3"/>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3"/>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3"/>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3"/>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3"/>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3"/>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3"/>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3"/>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3"/>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3"/>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3"/>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3"/>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3"/>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3"/>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3"/>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3"/>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3"/>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3"/>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3"/>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3"/>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3"/>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3"/>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3"/>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 name="Google Shape;152;p3"/>
          <p:cNvGrpSpPr/>
          <p:nvPr/>
        </p:nvGrpSpPr>
        <p:grpSpPr>
          <a:xfrm flipH="1">
            <a:off x="-467701" y="3429220"/>
            <a:ext cx="1965289" cy="517060"/>
            <a:chOff x="3539975" y="3523525"/>
            <a:chExt cx="745925" cy="196250"/>
          </a:xfrm>
        </p:grpSpPr>
        <p:sp>
          <p:nvSpPr>
            <p:cNvPr id="153" name="Google Shape;153;p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9" name="Google Shape;169;p3"/>
          <p:cNvPicPr preferRelativeResize="0"/>
          <p:nvPr/>
        </p:nvPicPr>
        <p:blipFill>
          <a:blip r:embed="rId4">
            <a:alphaModFix/>
          </a:blip>
          <a:stretch>
            <a:fillRect/>
          </a:stretch>
        </p:blipFill>
        <p:spPr>
          <a:xfrm flipH="1">
            <a:off x="-403499" y="-646075"/>
            <a:ext cx="2527512" cy="26812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0"/>
        <p:cNvGrpSpPr/>
        <p:nvPr/>
      </p:nvGrpSpPr>
      <p:grpSpPr>
        <a:xfrm>
          <a:off x="0" y="0"/>
          <a:ext cx="0" cy="0"/>
          <a:chOff x="0" y="0"/>
          <a:chExt cx="0" cy="0"/>
        </a:xfrm>
      </p:grpSpPr>
      <p:pic>
        <p:nvPicPr>
          <p:cNvPr id="171" name="Google Shape;171;p4"/>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72" name="Google Shape;172;p4"/>
          <p:cNvSpPr txBox="1">
            <a:spLocks noGrp="1"/>
          </p:cNvSpPr>
          <p:nvPr>
            <p:ph type="body" idx="1"/>
          </p:nvPr>
        </p:nvSpPr>
        <p:spPr>
          <a:xfrm>
            <a:off x="715550" y="1152475"/>
            <a:ext cx="7713000" cy="869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Clr>
                <a:schemeClr val="lt1"/>
              </a:buClr>
              <a:buSzPts val="1400"/>
              <a:buChar char="●"/>
              <a:defRPr sz="1400">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173" name="Google Shape;173;p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74" name="Google Shape;174;p4"/>
          <p:cNvGrpSpPr/>
          <p:nvPr/>
        </p:nvGrpSpPr>
        <p:grpSpPr>
          <a:xfrm>
            <a:off x="391864" y="4078670"/>
            <a:ext cx="289170" cy="284718"/>
            <a:chOff x="426000" y="3302025"/>
            <a:chExt cx="220875" cy="217475"/>
          </a:xfrm>
        </p:grpSpPr>
        <p:sp>
          <p:nvSpPr>
            <p:cNvPr id="175" name="Google Shape;175;p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 name="Google Shape;177;p4"/>
          <p:cNvGrpSpPr/>
          <p:nvPr/>
        </p:nvGrpSpPr>
        <p:grpSpPr>
          <a:xfrm>
            <a:off x="357713" y="1439175"/>
            <a:ext cx="357454" cy="956304"/>
            <a:chOff x="357713" y="600975"/>
            <a:chExt cx="357454" cy="956304"/>
          </a:xfrm>
        </p:grpSpPr>
        <p:sp>
          <p:nvSpPr>
            <p:cNvPr id="178" name="Google Shape;178;p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82"/>
        <p:cNvGrpSpPr/>
        <p:nvPr/>
      </p:nvGrpSpPr>
      <p:grpSpPr>
        <a:xfrm>
          <a:off x="0" y="0"/>
          <a:ext cx="0" cy="0"/>
          <a:chOff x="0" y="0"/>
          <a:chExt cx="0" cy="0"/>
        </a:xfrm>
      </p:grpSpPr>
      <p:pic>
        <p:nvPicPr>
          <p:cNvPr id="183" name="Google Shape;183;p5"/>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184" name="Google Shape;184;p5"/>
          <p:cNvSpPr txBox="1">
            <a:spLocks noGrp="1"/>
          </p:cNvSpPr>
          <p:nvPr>
            <p:ph type="subTitle" idx="1"/>
          </p:nvPr>
        </p:nvSpPr>
        <p:spPr>
          <a:xfrm>
            <a:off x="4981770" y="2451554"/>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85" name="Google Shape;185;p5"/>
          <p:cNvSpPr txBox="1">
            <a:spLocks noGrp="1"/>
          </p:cNvSpPr>
          <p:nvPr>
            <p:ph type="subTitle" idx="2"/>
          </p:nvPr>
        </p:nvSpPr>
        <p:spPr>
          <a:xfrm>
            <a:off x="4981771" y="2964124"/>
            <a:ext cx="2281800" cy="668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86" name="Google Shape;186;p5"/>
          <p:cNvSpPr txBox="1">
            <a:spLocks noGrp="1"/>
          </p:cNvSpPr>
          <p:nvPr>
            <p:ph type="subTitle" idx="3"/>
          </p:nvPr>
        </p:nvSpPr>
        <p:spPr>
          <a:xfrm>
            <a:off x="1880430" y="2451554"/>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87" name="Google Shape;187;p5"/>
          <p:cNvSpPr txBox="1">
            <a:spLocks noGrp="1"/>
          </p:cNvSpPr>
          <p:nvPr>
            <p:ph type="subTitle" idx="4"/>
          </p:nvPr>
        </p:nvSpPr>
        <p:spPr>
          <a:xfrm>
            <a:off x="1880425" y="2964124"/>
            <a:ext cx="2281800" cy="668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88" name="Google Shape;188;p5"/>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189" name="Google Shape;189;p5"/>
          <p:cNvPicPr preferRelativeResize="0"/>
          <p:nvPr/>
        </p:nvPicPr>
        <p:blipFill>
          <a:blip r:embed="rId3">
            <a:alphaModFix/>
          </a:blip>
          <a:stretch>
            <a:fillRect/>
          </a:stretch>
        </p:blipFill>
        <p:spPr>
          <a:xfrm rot="10800000">
            <a:off x="-2384751" y="3735300"/>
            <a:ext cx="9353213" cy="2681250"/>
          </a:xfrm>
          <a:prstGeom prst="rect">
            <a:avLst/>
          </a:prstGeom>
          <a:noFill/>
          <a:ln>
            <a:noFill/>
          </a:ln>
        </p:spPr>
      </p:pic>
      <p:grpSp>
        <p:nvGrpSpPr>
          <p:cNvPr id="190" name="Google Shape;190;p5"/>
          <p:cNvGrpSpPr/>
          <p:nvPr/>
        </p:nvGrpSpPr>
        <p:grpSpPr>
          <a:xfrm rot="10800000" flipH="1">
            <a:off x="400702" y="1439175"/>
            <a:ext cx="283332" cy="284718"/>
            <a:chOff x="432750" y="3302025"/>
            <a:chExt cx="216416" cy="217475"/>
          </a:xfrm>
        </p:grpSpPr>
        <p:sp>
          <p:nvSpPr>
            <p:cNvPr id="191" name="Google Shape;191;p5"/>
            <p:cNvSpPr/>
            <p:nvPr/>
          </p:nvSpPr>
          <p:spPr>
            <a:xfrm>
              <a:off x="435041"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5"/>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5"/>
          <p:cNvGrpSpPr/>
          <p:nvPr/>
        </p:nvGrpSpPr>
        <p:grpSpPr>
          <a:xfrm rot="10800000" flipH="1">
            <a:off x="357713" y="2873685"/>
            <a:ext cx="357454" cy="956304"/>
            <a:chOff x="357713" y="600975"/>
            <a:chExt cx="357454" cy="956304"/>
          </a:xfrm>
        </p:grpSpPr>
        <p:sp>
          <p:nvSpPr>
            <p:cNvPr id="194" name="Google Shape;194;p5"/>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5"/>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5"/>
          <p:cNvGrpSpPr/>
          <p:nvPr/>
        </p:nvGrpSpPr>
        <p:grpSpPr>
          <a:xfrm>
            <a:off x="8013814" y="-799203"/>
            <a:ext cx="2019176" cy="2019176"/>
            <a:chOff x="1943325" y="-220375"/>
            <a:chExt cx="1298672" cy="1298672"/>
          </a:xfrm>
        </p:grpSpPr>
        <p:sp>
          <p:nvSpPr>
            <p:cNvPr id="199" name="Google Shape;199;p5"/>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5"/>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5"/>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5"/>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5"/>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5"/>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5"/>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5"/>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5"/>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5"/>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5"/>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5"/>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5"/>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5"/>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5"/>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5"/>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5"/>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5"/>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5"/>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5"/>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5"/>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5"/>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5"/>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5"/>
          <p:cNvGrpSpPr/>
          <p:nvPr/>
        </p:nvGrpSpPr>
        <p:grpSpPr>
          <a:xfrm>
            <a:off x="8366565" y="3429220"/>
            <a:ext cx="1965289" cy="517060"/>
            <a:chOff x="3539975" y="3523525"/>
            <a:chExt cx="745925" cy="196250"/>
          </a:xfrm>
        </p:grpSpPr>
        <p:sp>
          <p:nvSpPr>
            <p:cNvPr id="248" name="Google Shape;248;p5"/>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5"/>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5"/>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5"/>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5"/>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5"/>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5"/>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5"/>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5"/>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5"/>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5"/>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5"/>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5"/>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5"/>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5"/>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5"/>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93"/>
        <p:cNvGrpSpPr/>
        <p:nvPr/>
      </p:nvGrpSpPr>
      <p:grpSpPr>
        <a:xfrm>
          <a:off x="0" y="0"/>
          <a:ext cx="0" cy="0"/>
          <a:chOff x="0" y="0"/>
          <a:chExt cx="0" cy="0"/>
        </a:xfrm>
      </p:grpSpPr>
      <p:pic>
        <p:nvPicPr>
          <p:cNvPr id="294" name="Google Shape;294;p7"/>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295" name="Google Shape;295;p7"/>
          <p:cNvSpPr txBox="1">
            <a:spLocks noGrp="1"/>
          </p:cNvSpPr>
          <p:nvPr>
            <p:ph type="body" idx="1"/>
          </p:nvPr>
        </p:nvSpPr>
        <p:spPr>
          <a:xfrm>
            <a:off x="1221000" y="1512026"/>
            <a:ext cx="6702000" cy="2347500"/>
          </a:xfrm>
          <a:prstGeom prst="rect">
            <a:avLst/>
          </a:prstGeom>
        </p:spPr>
        <p:txBody>
          <a:bodyPr spcFirstLastPara="1" wrap="square" lIns="91425" tIns="91425" rIns="91425" bIns="91425" anchor="t" anchorCtr="0">
            <a:noAutofit/>
          </a:bodyPr>
          <a:lstStyle>
            <a:lvl1pPr marL="457200" lvl="0" indent="-317500">
              <a:lnSpc>
                <a:spcPct val="100000"/>
              </a:lnSpc>
              <a:spcBef>
                <a:spcPts val="0"/>
              </a:spcBef>
              <a:spcAft>
                <a:spcPts val="0"/>
              </a:spcAft>
              <a:buSzPts val="1400"/>
              <a:buChar char="●"/>
              <a:defRPr sz="1400">
                <a:solidFill>
                  <a:schemeClr val="lt1"/>
                </a:solidFill>
              </a:defRPr>
            </a:lvl1pPr>
            <a:lvl2pPr marL="914400" lvl="1" indent="-317500">
              <a:spcBef>
                <a:spcPts val="0"/>
              </a:spcBef>
              <a:spcAft>
                <a:spcPts val="0"/>
              </a:spcAft>
              <a:buClr>
                <a:schemeClr val="lt1"/>
              </a:buClr>
              <a:buSzPts val="1400"/>
              <a:buFont typeface="Anaheim"/>
              <a:buChar char="○"/>
              <a:defRPr sz="1200">
                <a:solidFill>
                  <a:schemeClr val="lt1"/>
                </a:solidFill>
              </a:defRPr>
            </a:lvl2pPr>
            <a:lvl3pPr marL="1371600" lvl="2" indent="-317500">
              <a:spcBef>
                <a:spcPts val="0"/>
              </a:spcBef>
              <a:spcAft>
                <a:spcPts val="0"/>
              </a:spcAft>
              <a:buClr>
                <a:schemeClr val="lt1"/>
              </a:buClr>
              <a:buSzPts val="1400"/>
              <a:buFont typeface="Anaheim"/>
              <a:buChar char="■"/>
              <a:defRPr sz="1200">
                <a:solidFill>
                  <a:schemeClr val="lt1"/>
                </a:solidFill>
              </a:defRPr>
            </a:lvl3pPr>
            <a:lvl4pPr marL="1828800" lvl="3" indent="-317500">
              <a:spcBef>
                <a:spcPts val="0"/>
              </a:spcBef>
              <a:spcAft>
                <a:spcPts val="0"/>
              </a:spcAft>
              <a:buClr>
                <a:schemeClr val="lt1"/>
              </a:buClr>
              <a:buSzPts val="1400"/>
              <a:buFont typeface="Anaheim"/>
              <a:buChar char="●"/>
              <a:defRPr sz="1200">
                <a:solidFill>
                  <a:schemeClr val="lt1"/>
                </a:solidFill>
              </a:defRPr>
            </a:lvl4pPr>
            <a:lvl5pPr marL="2286000" lvl="4" indent="-317500">
              <a:spcBef>
                <a:spcPts val="0"/>
              </a:spcBef>
              <a:spcAft>
                <a:spcPts val="0"/>
              </a:spcAft>
              <a:buClr>
                <a:schemeClr val="lt1"/>
              </a:buClr>
              <a:buSzPts val="1400"/>
              <a:buFont typeface="Anaheim"/>
              <a:buChar char="○"/>
              <a:defRPr sz="1200">
                <a:solidFill>
                  <a:schemeClr val="lt1"/>
                </a:solidFill>
              </a:defRPr>
            </a:lvl5pPr>
            <a:lvl6pPr marL="2743200" lvl="5" indent="-317500">
              <a:spcBef>
                <a:spcPts val="0"/>
              </a:spcBef>
              <a:spcAft>
                <a:spcPts val="0"/>
              </a:spcAft>
              <a:buClr>
                <a:schemeClr val="lt1"/>
              </a:buClr>
              <a:buSzPts val="1400"/>
              <a:buFont typeface="Anaheim"/>
              <a:buChar char="■"/>
              <a:defRPr sz="1200">
                <a:solidFill>
                  <a:schemeClr val="lt1"/>
                </a:solidFill>
              </a:defRPr>
            </a:lvl6pPr>
            <a:lvl7pPr marL="3200400" lvl="6" indent="-317500">
              <a:spcBef>
                <a:spcPts val="0"/>
              </a:spcBef>
              <a:spcAft>
                <a:spcPts val="0"/>
              </a:spcAft>
              <a:buClr>
                <a:schemeClr val="lt1"/>
              </a:buClr>
              <a:buSzPts val="1400"/>
              <a:buFont typeface="Anaheim"/>
              <a:buChar char="●"/>
              <a:defRPr sz="1200">
                <a:solidFill>
                  <a:schemeClr val="lt1"/>
                </a:solidFill>
              </a:defRPr>
            </a:lvl7pPr>
            <a:lvl8pPr marL="3657600" lvl="7" indent="-317500">
              <a:spcBef>
                <a:spcPts val="0"/>
              </a:spcBef>
              <a:spcAft>
                <a:spcPts val="0"/>
              </a:spcAft>
              <a:buClr>
                <a:schemeClr val="lt1"/>
              </a:buClr>
              <a:buSzPts val="1400"/>
              <a:buFont typeface="Anaheim"/>
              <a:buChar char="○"/>
              <a:defRPr sz="1200">
                <a:solidFill>
                  <a:schemeClr val="lt1"/>
                </a:solidFill>
              </a:defRPr>
            </a:lvl8pPr>
            <a:lvl9pPr marL="4114800" lvl="8" indent="-317500">
              <a:spcBef>
                <a:spcPts val="0"/>
              </a:spcBef>
              <a:spcAft>
                <a:spcPts val="0"/>
              </a:spcAft>
              <a:buClr>
                <a:schemeClr val="lt1"/>
              </a:buClr>
              <a:buSzPts val="1400"/>
              <a:buFont typeface="Anaheim"/>
              <a:buChar char="■"/>
              <a:defRPr sz="1200">
                <a:solidFill>
                  <a:schemeClr val="lt1"/>
                </a:solidFill>
              </a:defRPr>
            </a:lvl9pPr>
          </a:lstStyle>
          <a:p>
            <a:endParaRPr/>
          </a:p>
        </p:txBody>
      </p:sp>
      <p:sp>
        <p:nvSpPr>
          <p:cNvPr id="296" name="Google Shape;296;p7"/>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297" name="Google Shape;297;p7"/>
          <p:cNvPicPr preferRelativeResize="0"/>
          <p:nvPr/>
        </p:nvPicPr>
        <p:blipFill rotWithShape="1">
          <a:blip r:embed="rId3">
            <a:alphaModFix/>
          </a:blip>
          <a:srcRect l="228" r="238"/>
          <a:stretch/>
        </p:blipFill>
        <p:spPr>
          <a:xfrm>
            <a:off x="-303901" y="3830000"/>
            <a:ext cx="9353213" cy="2681250"/>
          </a:xfrm>
          <a:prstGeom prst="rect">
            <a:avLst/>
          </a:prstGeom>
          <a:noFill/>
          <a:ln>
            <a:noFill/>
          </a:ln>
        </p:spPr>
      </p:pic>
      <p:grpSp>
        <p:nvGrpSpPr>
          <p:cNvPr id="298" name="Google Shape;298;p7"/>
          <p:cNvGrpSpPr/>
          <p:nvPr/>
        </p:nvGrpSpPr>
        <p:grpSpPr>
          <a:xfrm>
            <a:off x="391864" y="3545270"/>
            <a:ext cx="289170" cy="284718"/>
            <a:chOff x="426000" y="3302025"/>
            <a:chExt cx="220875" cy="217475"/>
          </a:xfrm>
        </p:grpSpPr>
        <p:sp>
          <p:nvSpPr>
            <p:cNvPr id="299" name="Google Shape;299;p7"/>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7"/>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1" name="Google Shape;301;p7"/>
          <p:cNvGrpSpPr/>
          <p:nvPr/>
        </p:nvGrpSpPr>
        <p:grpSpPr>
          <a:xfrm>
            <a:off x="357713" y="1210575"/>
            <a:ext cx="357454" cy="956304"/>
            <a:chOff x="357713" y="600975"/>
            <a:chExt cx="357454" cy="956304"/>
          </a:xfrm>
        </p:grpSpPr>
        <p:sp>
          <p:nvSpPr>
            <p:cNvPr id="302" name="Google Shape;302;p7"/>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7"/>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7"/>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7"/>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6" name="Google Shape;306;p7"/>
          <p:cNvGrpSpPr/>
          <p:nvPr/>
        </p:nvGrpSpPr>
        <p:grpSpPr>
          <a:xfrm>
            <a:off x="8209964" y="1045747"/>
            <a:ext cx="2019176" cy="2019176"/>
            <a:chOff x="1943325" y="-220375"/>
            <a:chExt cx="1298672" cy="1298672"/>
          </a:xfrm>
        </p:grpSpPr>
        <p:sp>
          <p:nvSpPr>
            <p:cNvPr id="307" name="Google Shape;307;p7"/>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7"/>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7"/>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7"/>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7"/>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7"/>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7"/>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7"/>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7"/>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7"/>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7"/>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7"/>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7"/>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7"/>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7"/>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7"/>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7"/>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7"/>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7"/>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7"/>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7"/>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 name="Google Shape;355;p7"/>
          <p:cNvGrpSpPr/>
          <p:nvPr/>
        </p:nvGrpSpPr>
        <p:grpSpPr>
          <a:xfrm>
            <a:off x="-1031260" y="2597545"/>
            <a:ext cx="1965289" cy="517060"/>
            <a:chOff x="3539975" y="3523525"/>
            <a:chExt cx="745925" cy="196250"/>
          </a:xfrm>
        </p:grpSpPr>
        <p:sp>
          <p:nvSpPr>
            <p:cNvPr id="356" name="Google Shape;356;p7"/>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7"/>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7"/>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7"/>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7"/>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7"/>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7"/>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7"/>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7"/>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7"/>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7"/>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2" name="Google Shape;372;p7"/>
          <p:cNvSpPr/>
          <p:nvPr/>
        </p:nvSpPr>
        <p:spPr>
          <a:xfrm>
            <a:off x="2947150" y="42584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4"/>
        <p:cNvGrpSpPr/>
        <p:nvPr/>
      </p:nvGrpSpPr>
      <p:grpSpPr>
        <a:xfrm>
          <a:off x="0" y="0"/>
          <a:ext cx="0" cy="0"/>
          <a:chOff x="0" y="0"/>
          <a:chExt cx="0" cy="0"/>
        </a:xfrm>
      </p:grpSpPr>
      <p:sp>
        <p:nvSpPr>
          <p:cNvPr id="465" name="Google Shape;465;p10"/>
          <p:cNvSpPr txBox="1">
            <a:spLocks noGrp="1"/>
          </p:cNvSpPr>
          <p:nvPr>
            <p:ph type="body" idx="1"/>
          </p:nvPr>
        </p:nvSpPr>
        <p:spPr>
          <a:xfrm>
            <a:off x="1096550" y="1135950"/>
            <a:ext cx="4466700" cy="1516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400"/>
              <a:buNone/>
              <a:defRPr sz="2900">
                <a:solidFill>
                  <a:schemeClr val="lt1"/>
                </a:solidFill>
                <a:latin typeface="Aldrich"/>
                <a:ea typeface="Aldrich"/>
                <a:cs typeface="Aldrich"/>
                <a:sym typeface="Aldrich"/>
              </a:defRPr>
            </a:lvl1pPr>
          </a:lstStyle>
          <a:p>
            <a:endParaRPr/>
          </a:p>
        </p:txBody>
      </p:sp>
      <p:grpSp>
        <p:nvGrpSpPr>
          <p:cNvPr id="466" name="Google Shape;466;p10"/>
          <p:cNvGrpSpPr/>
          <p:nvPr/>
        </p:nvGrpSpPr>
        <p:grpSpPr>
          <a:xfrm>
            <a:off x="391864" y="4307270"/>
            <a:ext cx="289170" cy="284718"/>
            <a:chOff x="426000" y="3302025"/>
            <a:chExt cx="220875" cy="217475"/>
          </a:xfrm>
        </p:grpSpPr>
        <p:sp>
          <p:nvSpPr>
            <p:cNvPr id="467" name="Google Shape;467;p10"/>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10"/>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 name="Google Shape;469;p10"/>
          <p:cNvGrpSpPr/>
          <p:nvPr/>
        </p:nvGrpSpPr>
        <p:grpSpPr>
          <a:xfrm>
            <a:off x="357713" y="1416050"/>
            <a:ext cx="357454" cy="956304"/>
            <a:chOff x="357713" y="600975"/>
            <a:chExt cx="357454" cy="956304"/>
          </a:xfrm>
        </p:grpSpPr>
        <p:sp>
          <p:nvSpPr>
            <p:cNvPr id="470" name="Google Shape;470;p1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 name="Google Shape;474;p10"/>
          <p:cNvGrpSpPr/>
          <p:nvPr/>
        </p:nvGrpSpPr>
        <p:grpSpPr>
          <a:xfrm>
            <a:off x="1409864" y="-1010428"/>
            <a:ext cx="2019176" cy="2019176"/>
            <a:chOff x="1943325" y="-220375"/>
            <a:chExt cx="1298672" cy="1298672"/>
          </a:xfrm>
        </p:grpSpPr>
        <p:sp>
          <p:nvSpPr>
            <p:cNvPr id="475" name="Google Shape;475;p10"/>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0"/>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0"/>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0"/>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10"/>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0"/>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0"/>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0"/>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0"/>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0"/>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0"/>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0"/>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0"/>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0"/>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0"/>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0"/>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0"/>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0"/>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0"/>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0"/>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0"/>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0"/>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0"/>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0"/>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0"/>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0"/>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0"/>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0"/>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0"/>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0"/>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0"/>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0"/>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0"/>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10"/>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10"/>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0"/>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0"/>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0"/>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0"/>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3" name="Google Shape;523;p10"/>
          <p:cNvSpPr/>
          <p:nvPr/>
        </p:nvSpPr>
        <p:spPr>
          <a:xfrm rot="-5400000">
            <a:off x="4915335" y="30051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4" name="Google Shape;524;p10"/>
          <p:cNvPicPr preferRelativeResize="0"/>
          <p:nvPr/>
        </p:nvPicPr>
        <p:blipFill>
          <a:blip r:embed="rId2">
            <a:alphaModFix/>
          </a:blip>
          <a:stretch>
            <a:fillRect/>
          </a:stretch>
        </p:blipFill>
        <p:spPr>
          <a:xfrm rot="2700000">
            <a:off x="7164665" y="3378950"/>
            <a:ext cx="2527511" cy="26812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5"/>
        <p:cNvGrpSpPr/>
        <p:nvPr/>
      </p:nvGrpSpPr>
      <p:grpSpPr>
        <a:xfrm>
          <a:off x="0" y="0"/>
          <a:ext cx="0" cy="0"/>
          <a:chOff x="0" y="0"/>
          <a:chExt cx="0" cy="0"/>
        </a:xfrm>
      </p:grpSpPr>
      <p:pic>
        <p:nvPicPr>
          <p:cNvPr id="526" name="Google Shape;526;p11"/>
          <p:cNvPicPr preferRelativeResize="0"/>
          <p:nvPr/>
        </p:nvPicPr>
        <p:blipFill rotWithShape="1">
          <a:blip r:embed="rId2">
            <a:alphaModFix amt="60000"/>
          </a:blip>
          <a:srcRect l="39" r="29"/>
          <a:stretch/>
        </p:blipFill>
        <p:spPr>
          <a:xfrm>
            <a:off x="0" y="1"/>
            <a:ext cx="9144002" cy="5143499"/>
          </a:xfrm>
          <a:prstGeom prst="rect">
            <a:avLst/>
          </a:prstGeom>
          <a:noFill/>
          <a:ln>
            <a:noFill/>
          </a:ln>
        </p:spPr>
      </p:pic>
      <p:sp>
        <p:nvSpPr>
          <p:cNvPr id="527" name="Google Shape;527;p11"/>
          <p:cNvSpPr txBox="1">
            <a:spLocks noGrp="1"/>
          </p:cNvSpPr>
          <p:nvPr>
            <p:ph type="title" hasCustomPrompt="1"/>
          </p:nvPr>
        </p:nvSpPr>
        <p:spPr>
          <a:xfrm>
            <a:off x="1189500" y="1573088"/>
            <a:ext cx="6765000" cy="1191600"/>
          </a:xfrm>
          <a:prstGeom prst="rect">
            <a:avLst/>
          </a:prstGeom>
        </p:spPr>
        <p:txBody>
          <a:bodyPr spcFirstLastPara="1" wrap="square" lIns="91425" tIns="0" rIns="91425" bIns="91425" anchor="t" anchorCtr="0">
            <a:noAutofit/>
          </a:bodyPr>
          <a:lstStyle>
            <a:lvl1pPr lvl="0" algn="ctr">
              <a:spcBef>
                <a:spcPts val="0"/>
              </a:spcBef>
              <a:spcAft>
                <a:spcPts val="0"/>
              </a:spcAft>
              <a:buSzPts val="12000"/>
              <a:buNone/>
              <a:defRPr sz="78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8" name="Google Shape;528;p11"/>
          <p:cNvSpPr txBox="1">
            <a:spLocks noGrp="1"/>
          </p:cNvSpPr>
          <p:nvPr>
            <p:ph type="subTitle" idx="1"/>
          </p:nvPr>
        </p:nvSpPr>
        <p:spPr>
          <a:xfrm>
            <a:off x="1189500" y="3008635"/>
            <a:ext cx="6765000" cy="348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29" name="Google Shape;529;p11"/>
          <p:cNvPicPr preferRelativeResize="0"/>
          <p:nvPr/>
        </p:nvPicPr>
        <p:blipFill>
          <a:blip r:embed="rId3">
            <a:alphaModFix/>
          </a:blip>
          <a:stretch>
            <a:fillRect/>
          </a:stretch>
        </p:blipFill>
        <p:spPr>
          <a:xfrm flipH="1">
            <a:off x="241816" y="3790725"/>
            <a:ext cx="9353213" cy="2681250"/>
          </a:xfrm>
          <a:prstGeom prst="rect">
            <a:avLst/>
          </a:prstGeom>
          <a:noFill/>
          <a:ln>
            <a:noFill/>
          </a:ln>
        </p:spPr>
      </p:pic>
      <p:grpSp>
        <p:nvGrpSpPr>
          <p:cNvPr id="530" name="Google Shape;530;p11"/>
          <p:cNvGrpSpPr/>
          <p:nvPr/>
        </p:nvGrpSpPr>
        <p:grpSpPr>
          <a:xfrm flipH="1">
            <a:off x="8446294" y="3580345"/>
            <a:ext cx="289170" cy="284718"/>
            <a:chOff x="426000" y="3302025"/>
            <a:chExt cx="220875" cy="217475"/>
          </a:xfrm>
        </p:grpSpPr>
        <p:sp>
          <p:nvSpPr>
            <p:cNvPr id="531" name="Google Shape;531;p1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 name="Google Shape;533;p11"/>
          <p:cNvGrpSpPr/>
          <p:nvPr/>
        </p:nvGrpSpPr>
        <p:grpSpPr>
          <a:xfrm flipH="1">
            <a:off x="8412161" y="940850"/>
            <a:ext cx="357454" cy="956304"/>
            <a:chOff x="357713" y="600975"/>
            <a:chExt cx="357454" cy="956304"/>
          </a:xfrm>
        </p:grpSpPr>
        <p:sp>
          <p:nvSpPr>
            <p:cNvPr id="534" name="Google Shape;534;p1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1"/>
          <p:cNvGrpSpPr/>
          <p:nvPr/>
        </p:nvGrpSpPr>
        <p:grpSpPr>
          <a:xfrm flipH="1">
            <a:off x="-1204526" y="3464295"/>
            <a:ext cx="1965289" cy="517060"/>
            <a:chOff x="3539975" y="3523525"/>
            <a:chExt cx="745925" cy="196250"/>
          </a:xfrm>
        </p:grpSpPr>
        <p:sp>
          <p:nvSpPr>
            <p:cNvPr id="539" name="Google Shape;539;p1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1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1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1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1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1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5" name="Google Shape;555;p11"/>
          <p:cNvSpPr/>
          <p:nvPr/>
        </p:nvSpPr>
        <p:spPr>
          <a:xfrm flipH="1">
            <a:off x="505591" y="27932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556"/>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557"/>
        <p:cNvGrpSpPr/>
        <p:nvPr/>
      </p:nvGrpSpPr>
      <p:grpSpPr>
        <a:xfrm>
          <a:off x="0" y="0"/>
          <a:ext cx="0" cy="0"/>
          <a:chOff x="0" y="0"/>
          <a:chExt cx="0" cy="0"/>
        </a:xfrm>
      </p:grpSpPr>
      <p:pic>
        <p:nvPicPr>
          <p:cNvPr id="558" name="Google Shape;558;p13"/>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559" name="Google Shape;559;p13"/>
          <p:cNvSpPr txBox="1">
            <a:spLocks noGrp="1"/>
          </p:cNvSpPr>
          <p:nvPr>
            <p:ph type="title" hasCustomPrompt="1"/>
          </p:nvPr>
        </p:nvSpPr>
        <p:spPr>
          <a:xfrm>
            <a:off x="817925"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0" name="Google Shape;560;p13"/>
          <p:cNvSpPr txBox="1">
            <a:spLocks noGrp="1"/>
          </p:cNvSpPr>
          <p:nvPr>
            <p:ph type="subTitle" idx="1"/>
          </p:nvPr>
        </p:nvSpPr>
        <p:spPr>
          <a:xfrm>
            <a:off x="1639675" y="1483450"/>
            <a:ext cx="2887200" cy="354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2100">
                <a:latin typeface="Aldrich"/>
                <a:ea typeface="Aldrich"/>
                <a:cs typeface="Aldrich"/>
                <a:sym typeface="Aldrich"/>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1" name="Google Shape;561;p13"/>
          <p:cNvSpPr txBox="1">
            <a:spLocks noGrp="1"/>
          </p:cNvSpPr>
          <p:nvPr>
            <p:ph type="subTitle" idx="2"/>
          </p:nvPr>
        </p:nvSpPr>
        <p:spPr>
          <a:xfrm>
            <a:off x="1639675"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2" name="Google Shape;562;p13"/>
          <p:cNvSpPr txBox="1">
            <a:spLocks noGrp="1"/>
          </p:cNvSpPr>
          <p:nvPr>
            <p:ph type="title" idx="3" hasCustomPrompt="1"/>
          </p:nvPr>
        </p:nvSpPr>
        <p:spPr>
          <a:xfrm>
            <a:off x="817925"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3" name="Google Shape;563;p13"/>
          <p:cNvSpPr txBox="1">
            <a:spLocks noGrp="1"/>
          </p:cNvSpPr>
          <p:nvPr>
            <p:ph type="subTitle" idx="4"/>
          </p:nvPr>
        </p:nvSpPr>
        <p:spPr>
          <a:xfrm>
            <a:off x="1639675"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4" name="Google Shape;564;p13"/>
          <p:cNvSpPr txBox="1">
            <a:spLocks noGrp="1"/>
          </p:cNvSpPr>
          <p:nvPr>
            <p:ph type="subTitle" idx="5"/>
          </p:nvPr>
        </p:nvSpPr>
        <p:spPr>
          <a:xfrm>
            <a:off x="1639675"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5" name="Google Shape;565;p13"/>
          <p:cNvSpPr txBox="1">
            <a:spLocks noGrp="1"/>
          </p:cNvSpPr>
          <p:nvPr>
            <p:ph type="title" idx="6" hasCustomPrompt="1"/>
          </p:nvPr>
        </p:nvSpPr>
        <p:spPr>
          <a:xfrm>
            <a:off x="817925"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6" name="Google Shape;566;p13"/>
          <p:cNvSpPr txBox="1">
            <a:spLocks noGrp="1"/>
          </p:cNvSpPr>
          <p:nvPr>
            <p:ph type="subTitle" idx="7"/>
          </p:nvPr>
        </p:nvSpPr>
        <p:spPr>
          <a:xfrm>
            <a:off x="1639675"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7" name="Google Shape;567;p13"/>
          <p:cNvSpPr txBox="1">
            <a:spLocks noGrp="1"/>
          </p:cNvSpPr>
          <p:nvPr>
            <p:ph type="subTitle" idx="8"/>
          </p:nvPr>
        </p:nvSpPr>
        <p:spPr>
          <a:xfrm>
            <a:off x="1639675"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68" name="Google Shape;568;p13"/>
          <p:cNvSpPr txBox="1">
            <a:spLocks noGrp="1"/>
          </p:cNvSpPr>
          <p:nvPr>
            <p:ph type="title" idx="9" hasCustomPrompt="1"/>
          </p:nvPr>
        </p:nvSpPr>
        <p:spPr>
          <a:xfrm>
            <a:off x="4707713" y="1535078"/>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69" name="Google Shape;569;p13"/>
          <p:cNvSpPr txBox="1">
            <a:spLocks noGrp="1"/>
          </p:cNvSpPr>
          <p:nvPr>
            <p:ph type="subTitle" idx="13"/>
          </p:nvPr>
        </p:nvSpPr>
        <p:spPr>
          <a:xfrm>
            <a:off x="5529413" y="148345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0" name="Google Shape;570;p13"/>
          <p:cNvSpPr txBox="1">
            <a:spLocks noGrp="1"/>
          </p:cNvSpPr>
          <p:nvPr>
            <p:ph type="subTitle" idx="14"/>
          </p:nvPr>
        </p:nvSpPr>
        <p:spPr>
          <a:xfrm>
            <a:off x="5529413" y="183804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1" name="Google Shape;571;p13"/>
          <p:cNvSpPr txBox="1">
            <a:spLocks noGrp="1"/>
          </p:cNvSpPr>
          <p:nvPr>
            <p:ph type="title" idx="15" hasCustomPrompt="1"/>
          </p:nvPr>
        </p:nvSpPr>
        <p:spPr>
          <a:xfrm>
            <a:off x="4707713" y="254729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2" name="Google Shape;572;p13"/>
          <p:cNvSpPr txBox="1">
            <a:spLocks noGrp="1"/>
          </p:cNvSpPr>
          <p:nvPr>
            <p:ph type="subTitle" idx="16"/>
          </p:nvPr>
        </p:nvSpPr>
        <p:spPr>
          <a:xfrm>
            <a:off x="5529413" y="2497425"/>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3" name="Google Shape;573;p13"/>
          <p:cNvSpPr txBox="1">
            <a:spLocks noGrp="1"/>
          </p:cNvSpPr>
          <p:nvPr>
            <p:ph type="subTitle" idx="17"/>
          </p:nvPr>
        </p:nvSpPr>
        <p:spPr>
          <a:xfrm>
            <a:off x="5529413" y="2852015"/>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4" name="Google Shape;574;p13"/>
          <p:cNvSpPr txBox="1">
            <a:spLocks noGrp="1"/>
          </p:cNvSpPr>
          <p:nvPr>
            <p:ph type="title" idx="18" hasCustomPrompt="1"/>
          </p:nvPr>
        </p:nvSpPr>
        <p:spPr>
          <a:xfrm>
            <a:off x="4707713" y="3559519"/>
            <a:ext cx="821700" cy="554400"/>
          </a:xfrm>
          <a:prstGeom prst="rect">
            <a:avLst/>
          </a:prstGeom>
        </p:spPr>
        <p:txBody>
          <a:bodyPr spcFirstLastPara="1" wrap="square" lIns="91425" tIns="0" rIns="91425" bIns="91425" anchor="t" anchorCtr="0">
            <a:noAutofit/>
          </a:bodyPr>
          <a:lstStyle>
            <a:lvl1pPr lvl="0" algn="ctr" rtl="0">
              <a:spcBef>
                <a:spcPts val="0"/>
              </a:spcBef>
              <a:spcAft>
                <a:spcPts val="0"/>
              </a:spcAft>
              <a:buSzPts val="3700"/>
              <a:buNone/>
              <a:defRPr sz="2300">
                <a:solidFill>
                  <a:schemeClr val="dk1"/>
                </a:solidFill>
              </a:defRPr>
            </a:lvl1pPr>
            <a:lvl2pPr lvl="1" algn="ctr" rtl="0">
              <a:spcBef>
                <a:spcPts val="0"/>
              </a:spcBef>
              <a:spcAft>
                <a:spcPts val="0"/>
              </a:spcAft>
              <a:buSzPts val="3700"/>
              <a:buNone/>
              <a:defRPr sz="3700"/>
            </a:lvl2pPr>
            <a:lvl3pPr lvl="2" algn="ctr" rtl="0">
              <a:spcBef>
                <a:spcPts val="0"/>
              </a:spcBef>
              <a:spcAft>
                <a:spcPts val="0"/>
              </a:spcAft>
              <a:buSzPts val="3700"/>
              <a:buNone/>
              <a:defRPr sz="3700"/>
            </a:lvl3pPr>
            <a:lvl4pPr lvl="3" algn="ctr" rtl="0">
              <a:spcBef>
                <a:spcPts val="0"/>
              </a:spcBef>
              <a:spcAft>
                <a:spcPts val="0"/>
              </a:spcAft>
              <a:buSzPts val="3700"/>
              <a:buNone/>
              <a:defRPr sz="3700"/>
            </a:lvl4pPr>
            <a:lvl5pPr lvl="4" algn="ctr" rtl="0">
              <a:spcBef>
                <a:spcPts val="0"/>
              </a:spcBef>
              <a:spcAft>
                <a:spcPts val="0"/>
              </a:spcAft>
              <a:buSzPts val="3700"/>
              <a:buNone/>
              <a:defRPr sz="3700"/>
            </a:lvl5pPr>
            <a:lvl6pPr lvl="5" algn="ctr" rtl="0">
              <a:spcBef>
                <a:spcPts val="0"/>
              </a:spcBef>
              <a:spcAft>
                <a:spcPts val="0"/>
              </a:spcAft>
              <a:buSzPts val="3700"/>
              <a:buNone/>
              <a:defRPr sz="3700"/>
            </a:lvl6pPr>
            <a:lvl7pPr lvl="6" algn="ctr" rtl="0">
              <a:spcBef>
                <a:spcPts val="0"/>
              </a:spcBef>
              <a:spcAft>
                <a:spcPts val="0"/>
              </a:spcAft>
              <a:buSzPts val="3700"/>
              <a:buNone/>
              <a:defRPr sz="3700"/>
            </a:lvl7pPr>
            <a:lvl8pPr lvl="7" algn="ctr" rtl="0">
              <a:spcBef>
                <a:spcPts val="0"/>
              </a:spcBef>
              <a:spcAft>
                <a:spcPts val="0"/>
              </a:spcAft>
              <a:buSzPts val="3700"/>
              <a:buNone/>
              <a:defRPr sz="3700"/>
            </a:lvl8pPr>
            <a:lvl9pPr lvl="8" algn="ctr" rtl="0">
              <a:spcBef>
                <a:spcPts val="0"/>
              </a:spcBef>
              <a:spcAft>
                <a:spcPts val="0"/>
              </a:spcAft>
              <a:buSzPts val="3700"/>
              <a:buNone/>
              <a:defRPr sz="3700"/>
            </a:lvl9pPr>
          </a:lstStyle>
          <a:p>
            <a:r>
              <a:t>xx%</a:t>
            </a:r>
          </a:p>
        </p:txBody>
      </p:sp>
      <p:sp>
        <p:nvSpPr>
          <p:cNvPr id="575" name="Google Shape;575;p13"/>
          <p:cNvSpPr txBox="1">
            <a:spLocks noGrp="1"/>
          </p:cNvSpPr>
          <p:nvPr>
            <p:ph type="subTitle" idx="19"/>
          </p:nvPr>
        </p:nvSpPr>
        <p:spPr>
          <a:xfrm>
            <a:off x="5529413" y="3511400"/>
            <a:ext cx="2887200" cy="354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6" name="Google Shape;576;p13"/>
          <p:cNvSpPr txBox="1">
            <a:spLocks noGrp="1"/>
          </p:cNvSpPr>
          <p:nvPr>
            <p:ph type="subTitle" idx="20"/>
          </p:nvPr>
        </p:nvSpPr>
        <p:spPr>
          <a:xfrm>
            <a:off x="5529413" y="3865990"/>
            <a:ext cx="2349300" cy="547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77" name="Google Shape;577;p13"/>
          <p:cNvSpPr txBox="1">
            <a:spLocks noGrp="1"/>
          </p:cNvSpPr>
          <p:nvPr>
            <p:ph type="title" idx="21"/>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578" name="Google Shape;578;p13"/>
          <p:cNvGrpSpPr/>
          <p:nvPr/>
        </p:nvGrpSpPr>
        <p:grpSpPr>
          <a:xfrm>
            <a:off x="8246982" y="3753300"/>
            <a:ext cx="1039906" cy="679800"/>
            <a:chOff x="4082325" y="3790650"/>
            <a:chExt cx="1039906" cy="679800"/>
          </a:xfrm>
        </p:grpSpPr>
        <p:sp>
          <p:nvSpPr>
            <p:cNvPr id="579" name="Google Shape;579;p13"/>
            <p:cNvSpPr/>
            <p:nvPr/>
          </p:nvSpPr>
          <p:spPr>
            <a:xfrm>
              <a:off x="4082325" y="3790650"/>
              <a:ext cx="1039906" cy="94858"/>
            </a:xfrm>
            <a:custGeom>
              <a:avLst/>
              <a:gdLst/>
              <a:ahLst/>
              <a:cxnLst/>
              <a:rect l="l" t="t" r="r" b="b"/>
              <a:pathLst>
                <a:path w="15874" h="1448" fill="none" extrusionOk="0">
                  <a:moveTo>
                    <a:pt x="1" y="1"/>
                  </a:moveTo>
                  <a:cubicBezTo>
                    <a:pt x="1138" y="1"/>
                    <a:pt x="1138" y="1447"/>
                    <a:pt x="2276" y="1447"/>
                  </a:cubicBezTo>
                  <a:cubicBezTo>
                    <a:pt x="3395" y="1447"/>
                    <a:pt x="3395" y="1"/>
                    <a:pt x="4533" y="1"/>
                  </a:cubicBezTo>
                  <a:cubicBezTo>
                    <a:pt x="5671" y="1"/>
                    <a:pt x="5671" y="1447"/>
                    <a:pt x="6809" y="1447"/>
                  </a:cubicBezTo>
                  <a:cubicBezTo>
                    <a:pt x="7947" y="1447"/>
                    <a:pt x="7947" y="1"/>
                    <a:pt x="9065" y="1"/>
                  </a:cubicBezTo>
                  <a:cubicBezTo>
                    <a:pt x="10203" y="1"/>
                    <a:pt x="10203" y="1447"/>
                    <a:pt x="11341" y="1447"/>
                  </a:cubicBezTo>
                  <a:cubicBezTo>
                    <a:pt x="12479" y="1447"/>
                    <a:pt x="12479" y="1"/>
                    <a:pt x="13617" y="1"/>
                  </a:cubicBezTo>
                  <a:cubicBezTo>
                    <a:pt x="14736" y="1"/>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3"/>
            <p:cNvSpPr/>
            <p:nvPr/>
          </p:nvSpPr>
          <p:spPr>
            <a:xfrm>
              <a:off x="4082325" y="4083808"/>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3"/>
            <p:cNvSpPr/>
            <p:nvPr/>
          </p:nvSpPr>
          <p:spPr>
            <a:xfrm>
              <a:off x="4082325" y="4375657"/>
              <a:ext cx="1039906" cy="94793"/>
            </a:xfrm>
            <a:custGeom>
              <a:avLst/>
              <a:gdLst/>
              <a:ahLst/>
              <a:cxnLst/>
              <a:rect l="l" t="t" r="r" b="b"/>
              <a:pathLst>
                <a:path w="15874" h="1447" fill="none" extrusionOk="0">
                  <a:moveTo>
                    <a:pt x="1" y="0"/>
                  </a:moveTo>
                  <a:cubicBezTo>
                    <a:pt x="1138" y="0"/>
                    <a:pt x="1138" y="1447"/>
                    <a:pt x="2276" y="1447"/>
                  </a:cubicBezTo>
                  <a:cubicBezTo>
                    <a:pt x="3395" y="1447"/>
                    <a:pt x="3395" y="0"/>
                    <a:pt x="4533" y="0"/>
                  </a:cubicBezTo>
                  <a:cubicBezTo>
                    <a:pt x="5671" y="0"/>
                    <a:pt x="5671" y="1447"/>
                    <a:pt x="6809" y="1447"/>
                  </a:cubicBezTo>
                  <a:cubicBezTo>
                    <a:pt x="7947" y="1447"/>
                    <a:pt x="7947" y="0"/>
                    <a:pt x="9065" y="0"/>
                  </a:cubicBezTo>
                  <a:cubicBezTo>
                    <a:pt x="10203" y="0"/>
                    <a:pt x="10203" y="1447"/>
                    <a:pt x="11341" y="1447"/>
                  </a:cubicBezTo>
                  <a:cubicBezTo>
                    <a:pt x="12479" y="1447"/>
                    <a:pt x="12479" y="0"/>
                    <a:pt x="13617" y="0"/>
                  </a:cubicBezTo>
                  <a:cubicBezTo>
                    <a:pt x="14736" y="0"/>
                    <a:pt x="14736" y="1447"/>
                    <a:pt x="15873" y="1447"/>
                  </a:cubicBezTo>
                </a:path>
              </a:pathLst>
            </a:custGeom>
            <a:solidFill>
              <a:schemeClr val="lt1"/>
            </a:solidFill>
            <a:ln w="12050"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 name="Google Shape;582;p13"/>
          <p:cNvGrpSpPr/>
          <p:nvPr/>
        </p:nvGrpSpPr>
        <p:grpSpPr>
          <a:xfrm>
            <a:off x="-846423" y="4392645"/>
            <a:ext cx="1965289" cy="517060"/>
            <a:chOff x="3539975" y="3523525"/>
            <a:chExt cx="745925" cy="196250"/>
          </a:xfrm>
        </p:grpSpPr>
        <p:sp>
          <p:nvSpPr>
            <p:cNvPr id="583" name="Google Shape;583;p1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 name="Google Shape;599;p13"/>
          <p:cNvGrpSpPr/>
          <p:nvPr/>
        </p:nvGrpSpPr>
        <p:grpSpPr>
          <a:xfrm flipH="1">
            <a:off x="-3594575" y="-199329"/>
            <a:ext cx="4000413" cy="3175881"/>
            <a:chOff x="5207925" y="-1994879"/>
            <a:chExt cx="4000413" cy="3175881"/>
          </a:xfrm>
        </p:grpSpPr>
        <p:sp>
          <p:nvSpPr>
            <p:cNvPr id="600" name="Google Shape;600;p13"/>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3"/>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3"/>
            <p:cNvSpPr/>
            <p:nvPr/>
          </p:nvSpPr>
          <p:spPr>
            <a:xfrm>
              <a:off x="5207925" y="352772"/>
              <a:ext cx="96613" cy="394888"/>
            </a:xfrm>
            <a:custGeom>
              <a:avLst/>
              <a:gdLst/>
              <a:ahLst/>
              <a:cxnLst/>
              <a:rect l="l" t="t" r="r" b="b"/>
              <a:pathLst>
                <a:path w="2199" h="8988" extrusionOk="0">
                  <a:moveTo>
                    <a:pt x="0" y="0"/>
                  </a:moveTo>
                  <a:lnTo>
                    <a:pt x="0" y="8988"/>
                  </a:lnTo>
                  <a:lnTo>
                    <a:pt x="2199" y="8988"/>
                  </a:lnTo>
                  <a:lnTo>
                    <a:pt x="219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CUSTOM_7">
    <p:spTree>
      <p:nvGrpSpPr>
        <p:cNvPr id="1" name="Shape 603"/>
        <p:cNvGrpSpPr/>
        <p:nvPr/>
      </p:nvGrpSpPr>
      <p:grpSpPr>
        <a:xfrm>
          <a:off x="0" y="0"/>
          <a:ext cx="0" cy="0"/>
          <a:chOff x="0" y="0"/>
          <a:chExt cx="0" cy="0"/>
        </a:xfrm>
      </p:grpSpPr>
      <p:pic>
        <p:nvPicPr>
          <p:cNvPr id="604" name="Google Shape;604;p14"/>
          <p:cNvPicPr preferRelativeResize="0"/>
          <p:nvPr/>
        </p:nvPicPr>
        <p:blipFill rotWithShape="1">
          <a:blip r:embed="rId2">
            <a:alphaModFix amt="60000"/>
          </a:blip>
          <a:srcRect t="9" b="9"/>
          <a:stretch/>
        </p:blipFill>
        <p:spPr>
          <a:xfrm>
            <a:off x="0" y="1"/>
            <a:ext cx="9144002" cy="5143499"/>
          </a:xfrm>
          <a:prstGeom prst="rect">
            <a:avLst/>
          </a:prstGeom>
          <a:noFill/>
          <a:ln>
            <a:noFill/>
          </a:ln>
        </p:spPr>
      </p:pic>
      <p:sp>
        <p:nvSpPr>
          <p:cNvPr id="605" name="Google Shape;605;p14"/>
          <p:cNvSpPr txBox="1">
            <a:spLocks noGrp="1"/>
          </p:cNvSpPr>
          <p:nvPr>
            <p:ph type="body" idx="1"/>
          </p:nvPr>
        </p:nvSpPr>
        <p:spPr>
          <a:xfrm flipH="1">
            <a:off x="4572000" y="1687975"/>
            <a:ext cx="3856500" cy="29214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solidFill>
                  <a:schemeClr val="lt1"/>
                </a:solidFill>
              </a:defRPr>
            </a:lvl1pPr>
            <a:lvl2pPr marL="914400" lvl="1" indent="-304800" rtl="0">
              <a:spcBef>
                <a:spcPts val="0"/>
              </a:spcBef>
              <a:spcAft>
                <a:spcPts val="0"/>
              </a:spcAft>
              <a:buClr>
                <a:schemeClr val="lt1"/>
              </a:buClr>
              <a:buSzPts val="1200"/>
              <a:buChar char="○"/>
              <a:defRPr sz="1200">
                <a:solidFill>
                  <a:schemeClr val="lt1"/>
                </a:solidFill>
              </a:defRPr>
            </a:lvl2pPr>
            <a:lvl3pPr marL="1371600" lvl="2" indent="-304800" rtl="0">
              <a:spcBef>
                <a:spcPts val="0"/>
              </a:spcBef>
              <a:spcAft>
                <a:spcPts val="0"/>
              </a:spcAft>
              <a:buClr>
                <a:schemeClr val="lt1"/>
              </a:buClr>
              <a:buSzPts val="1200"/>
              <a:buChar char="■"/>
              <a:defRPr sz="1200">
                <a:solidFill>
                  <a:schemeClr val="lt1"/>
                </a:solidFill>
              </a:defRPr>
            </a:lvl3pPr>
            <a:lvl4pPr marL="1828800" lvl="3" indent="-304800" rtl="0">
              <a:spcBef>
                <a:spcPts val="0"/>
              </a:spcBef>
              <a:spcAft>
                <a:spcPts val="0"/>
              </a:spcAft>
              <a:buClr>
                <a:schemeClr val="lt1"/>
              </a:buClr>
              <a:buSzPts val="1200"/>
              <a:buChar char="●"/>
              <a:defRPr sz="1200">
                <a:solidFill>
                  <a:schemeClr val="lt1"/>
                </a:solidFill>
              </a:defRPr>
            </a:lvl4pPr>
            <a:lvl5pPr marL="2286000" lvl="4" indent="-304800" rtl="0">
              <a:spcBef>
                <a:spcPts val="0"/>
              </a:spcBef>
              <a:spcAft>
                <a:spcPts val="0"/>
              </a:spcAft>
              <a:buClr>
                <a:schemeClr val="lt1"/>
              </a:buClr>
              <a:buSzPts val="1200"/>
              <a:buChar char="○"/>
              <a:defRPr sz="1200">
                <a:solidFill>
                  <a:schemeClr val="lt1"/>
                </a:solidFill>
              </a:defRPr>
            </a:lvl5pPr>
            <a:lvl6pPr marL="2743200" lvl="5" indent="-304800" rtl="0">
              <a:spcBef>
                <a:spcPts val="0"/>
              </a:spcBef>
              <a:spcAft>
                <a:spcPts val="0"/>
              </a:spcAft>
              <a:buClr>
                <a:schemeClr val="lt1"/>
              </a:buClr>
              <a:buSzPts val="1200"/>
              <a:buChar char="■"/>
              <a:defRPr sz="1200">
                <a:solidFill>
                  <a:schemeClr val="lt1"/>
                </a:solidFill>
              </a:defRPr>
            </a:lvl6pPr>
            <a:lvl7pPr marL="3200400" lvl="6" indent="-304800" rtl="0">
              <a:spcBef>
                <a:spcPts val="0"/>
              </a:spcBef>
              <a:spcAft>
                <a:spcPts val="0"/>
              </a:spcAft>
              <a:buClr>
                <a:schemeClr val="lt1"/>
              </a:buClr>
              <a:buSzPts val="1200"/>
              <a:buChar char="●"/>
              <a:defRPr sz="1200">
                <a:solidFill>
                  <a:schemeClr val="lt1"/>
                </a:solidFill>
              </a:defRPr>
            </a:lvl7pPr>
            <a:lvl8pPr marL="3657600" lvl="7" indent="-304800" rtl="0">
              <a:spcBef>
                <a:spcPts val="0"/>
              </a:spcBef>
              <a:spcAft>
                <a:spcPts val="0"/>
              </a:spcAft>
              <a:buClr>
                <a:schemeClr val="lt1"/>
              </a:buClr>
              <a:buSzPts val="1200"/>
              <a:buChar char="○"/>
              <a:defRPr sz="1200">
                <a:solidFill>
                  <a:schemeClr val="lt1"/>
                </a:solidFill>
              </a:defRPr>
            </a:lvl8pPr>
            <a:lvl9pPr marL="4114800" lvl="8" indent="-304800" rtl="0">
              <a:spcBef>
                <a:spcPts val="0"/>
              </a:spcBef>
              <a:spcAft>
                <a:spcPts val="0"/>
              </a:spcAft>
              <a:buClr>
                <a:schemeClr val="lt1"/>
              </a:buClr>
              <a:buSzPts val="1200"/>
              <a:buChar char="■"/>
              <a:defRPr sz="1200">
                <a:solidFill>
                  <a:schemeClr val="lt1"/>
                </a:solidFill>
              </a:defRPr>
            </a:lvl9pPr>
          </a:lstStyle>
          <a:p>
            <a:endParaRPr/>
          </a:p>
        </p:txBody>
      </p:sp>
      <p:sp>
        <p:nvSpPr>
          <p:cNvPr id="606" name="Google Shape;606;p14"/>
          <p:cNvSpPr txBox="1">
            <a:spLocks noGrp="1"/>
          </p:cNvSpPr>
          <p:nvPr>
            <p:ph type="body" idx="2"/>
          </p:nvPr>
        </p:nvSpPr>
        <p:spPr>
          <a:xfrm flipH="1">
            <a:off x="715500" y="1687975"/>
            <a:ext cx="3856500" cy="29214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Char char="●"/>
              <a:defRPr sz="1400">
                <a:solidFill>
                  <a:schemeClr val="lt1"/>
                </a:solidFill>
              </a:defRPr>
            </a:lvl1pPr>
            <a:lvl2pPr marL="914400" lvl="1" indent="-304800" rtl="0">
              <a:spcBef>
                <a:spcPts val="0"/>
              </a:spcBef>
              <a:spcAft>
                <a:spcPts val="0"/>
              </a:spcAft>
              <a:buClr>
                <a:schemeClr val="lt1"/>
              </a:buClr>
              <a:buSzPts val="1200"/>
              <a:buChar char="○"/>
              <a:defRPr sz="1200">
                <a:solidFill>
                  <a:schemeClr val="lt1"/>
                </a:solidFill>
              </a:defRPr>
            </a:lvl2pPr>
            <a:lvl3pPr marL="1371600" lvl="2" indent="-304800" rtl="0">
              <a:spcBef>
                <a:spcPts val="0"/>
              </a:spcBef>
              <a:spcAft>
                <a:spcPts val="0"/>
              </a:spcAft>
              <a:buClr>
                <a:schemeClr val="lt1"/>
              </a:buClr>
              <a:buSzPts val="1200"/>
              <a:buChar char="■"/>
              <a:defRPr sz="1200">
                <a:solidFill>
                  <a:schemeClr val="lt1"/>
                </a:solidFill>
              </a:defRPr>
            </a:lvl3pPr>
            <a:lvl4pPr marL="1828800" lvl="3" indent="-304800" rtl="0">
              <a:spcBef>
                <a:spcPts val="0"/>
              </a:spcBef>
              <a:spcAft>
                <a:spcPts val="0"/>
              </a:spcAft>
              <a:buClr>
                <a:schemeClr val="lt1"/>
              </a:buClr>
              <a:buSzPts val="1200"/>
              <a:buChar char="●"/>
              <a:defRPr sz="1200">
                <a:solidFill>
                  <a:schemeClr val="lt1"/>
                </a:solidFill>
              </a:defRPr>
            </a:lvl4pPr>
            <a:lvl5pPr marL="2286000" lvl="4" indent="-304800" rtl="0">
              <a:spcBef>
                <a:spcPts val="0"/>
              </a:spcBef>
              <a:spcAft>
                <a:spcPts val="0"/>
              </a:spcAft>
              <a:buClr>
                <a:schemeClr val="lt1"/>
              </a:buClr>
              <a:buSzPts val="1200"/>
              <a:buChar char="○"/>
              <a:defRPr sz="1200">
                <a:solidFill>
                  <a:schemeClr val="lt1"/>
                </a:solidFill>
              </a:defRPr>
            </a:lvl5pPr>
            <a:lvl6pPr marL="2743200" lvl="5" indent="-304800" rtl="0">
              <a:spcBef>
                <a:spcPts val="0"/>
              </a:spcBef>
              <a:spcAft>
                <a:spcPts val="0"/>
              </a:spcAft>
              <a:buClr>
                <a:schemeClr val="lt1"/>
              </a:buClr>
              <a:buSzPts val="1200"/>
              <a:buChar char="■"/>
              <a:defRPr sz="1200">
                <a:solidFill>
                  <a:schemeClr val="lt1"/>
                </a:solidFill>
              </a:defRPr>
            </a:lvl6pPr>
            <a:lvl7pPr marL="3200400" lvl="6" indent="-304800" rtl="0">
              <a:spcBef>
                <a:spcPts val="0"/>
              </a:spcBef>
              <a:spcAft>
                <a:spcPts val="0"/>
              </a:spcAft>
              <a:buClr>
                <a:schemeClr val="lt1"/>
              </a:buClr>
              <a:buSzPts val="1200"/>
              <a:buChar char="●"/>
              <a:defRPr sz="1200">
                <a:solidFill>
                  <a:schemeClr val="lt1"/>
                </a:solidFill>
              </a:defRPr>
            </a:lvl7pPr>
            <a:lvl8pPr marL="3657600" lvl="7" indent="-304800" rtl="0">
              <a:spcBef>
                <a:spcPts val="0"/>
              </a:spcBef>
              <a:spcAft>
                <a:spcPts val="0"/>
              </a:spcAft>
              <a:buClr>
                <a:schemeClr val="lt1"/>
              </a:buClr>
              <a:buSzPts val="1200"/>
              <a:buChar char="○"/>
              <a:defRPr sz="1200">
                <a:solidFill>
                  <a:schemeClr val="lt1"/>
                </a:solidFill>
              </a:defRPr>
            </a:lvl8pPr>
            <a:lvl9pPr marL="4114800" lvl="8" indent="-304800" rtl="0">
              <a:spcBef>
                <a:spcPts val="0"/>
              </a:spcBef>
              <a:spcAft>
                <a:spcPts val="0"/>
              </a:spcAft>
              <a:buClr>
                <a:schemeClr val="lt1"/>
              </a:buClr>
              <a:buSzPts val="1200"/>
              <a:buChar char="■"/>
              <a:defRPr sz="1200">
                <a:solidFill>
                  <a:schemeClr val="lt1"/>
                </a:solidFill>
              </a:defRPr>
            </a:lvl9pPr>
          </a:lstStyle>
          <a:p>
            <a:endParaRPr/>
          </a:p>
        </p:txBody>
      </p:sp>
      <p:sp>
        <p:nvSpPr>
          <p:cNvPr id="607" name="Google Shape;607;p1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08" name="Google Shape;608;p14"/>
          <p:cNvGrpSpPr/>
          <p:nvPr/>
        </p:nvGrpSpPr>
        <p:grpSpPr>
          <a:xfrm>
            <a:off x="391864" y="4078670"/>
            <a:ext cx="289170" cy="284718"/>
            <a:chOff x="426000" y="3302025"/>
            <a:chExt cx="220875" cy="217475"/>
          </a:xfrm>
        </p:grpSpPr>
        <p:sp>
          <p:nvSpPr>
            <p:cNvPr id="609" name="Google Shape;609;p1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four columns 1">
  <p:cSld name="CUSTOM_1_1_1_1_1_2">
    <p:spTree>
      <p:nvGrpSpPr>
        <p:cNvPr id="1" name="Shape 611"/>
        <p:cNvGrpSpPr/>
        <p:nvPr/>
      </p:nvGrpSpPr>
      <p:grpSpPr>
        <a:xfrm>
          <a:off x="0" y="0"/>
          <a:ext cx="0" cy="0"/>
          <a:chOff x="0" y="0"/>
          <a:chExt cx="0" cy="0"/>
        </a:xfrm>
      </p:grpSpPr>
      <p:pic>
        <p:nvPicPr>
          <p:cNvPr id="612" name="Google Shape;612;p15"/>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613" name="Google Shape;613;p15"/>
          <p:cNvSpPr txBox="1">
            <a:spLocks noGrp="1"/>
          </p:cNvSpPr>
          <p:nvPr>
            <p:ph type="subTitle" idx="1"/>
          </p:nvPr>
        </p:nvSpPr>
        <p:spPr>
          <a:xfrm>
            <a:off x="5509997" y="3018746"/>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4" name="Google Shape;614;p15"/>
          <p:cNvSpPr txBox="1">
            <a:spLocks noGrp="1"/>
          </p:cNvSpPr>
          <p:nvPr>
            <p:ph type="subTitle" idx="2"/>
          </p:nvPr>
        </p:nvSpPr>
        <p:spPr>
          <a:xfrm>
            <a:off x="5509984" y="3411654"/>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5" name="Google Shape;615;p15"/>
          <p:cNvSpPr txBox="1">
            <a:spLocks noGrp="1"/>
          </p:cNvSpPr>
          <p:nvPr>
            <p:ph type="subTitle" idx="3"/>
          </p:nvPr>
        </p:nvSpPr>
        <p:spPr>
          <a:xfrm>
            <a:off x="2027671" y="3018746"/>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6" name="Google Shape;616;p15"/>
          <p:cNvSpPr txBox="1">
            <a:spLocks noGrp="1"/>
          </p:cNvSpPr>
          <p:nvPr>
            <p:ph type="subTitle" idx="4"/>
          </p:nvPr>
        </p:nvSpPr>
        <p:spPr>
          <a:xfrm>
            <a:off x="2027646" y="3411654"/>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17" name="Google Shape;617;p15"/>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18" name="Google Shape;618;p15"/>
          <p:cNvGrpSpPr/>
          <p:nvPr/>
        </p:nvGrpSpPr>
        <p:grpSpPr>
          <a:xfrm>
            <a:off x="391864" y="4078670"/>
            <a:ext cx="289170" cy="284718"/>
            <a:chOff x="426000" y="3302025"/>
            <a:chExt cx="220875" cy="217475"/>
          </a:xfrm>
        </p:grpSpPr>
        <p:sp>
          <p:nvSpPr>
            <p:cNvPr id="619" name="Google Shape;619;p15"/>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5"/>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 name="Google Shape;621;p15"/>
          <p:cNvGrpSpPr/>
          <p:nvPr/>
        </p:nvGrpSpPr>
        <p:grpSpPr>
          <a:xfrm>
            <a:off x="357713" y="1439175"/>
            <a:ext cx="357454" cy="956304"/>
            <a:chOff x="357713" y="600975"/>
            <a:chExt cx="357454" cy="956304"/>
          </a:xfrm>
        </p:grpSpPr>
        <p:sp>
          <p:nvSpPr>
            <p:cNvPr id="622" name="Google Shape;622;p15"/>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5"/>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5"/>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15"/>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 name="Google Shape;626;p15"/>
          <p:cNvGrpSpPr/>
          <p:nvPr/>
        </p:nvGrpSpPr>
        <p:grpSpPr>
          <a:xfrm>
            <a:off x="4216658" y="4528371"/>
            <a:ext cx="793256" cy="182899"/>
            <a:chOff x="2685575" y="2835950"/>
            <a:chExt cx="433000" cy="99825"/>
          </a:xfrm>
        </p:grpSpPr>
        <p:sp>
          <p:nvSpPr>
            <p:cNvPr id="627" name="Google Shape;627;p15"/>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5"/>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5"/>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5"/>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 name="Google Shape;631;p15"/>
          <p:cNvGrpSpPr/>
          <p:nvPr/>
        </p:nvGrpSpPr>
        <p:grpSpPr>
          <a:xfrm>
            <a:off x="7786565" y="4346720"/>
            <a:ext cx="1965289" cy="517060"/>
            <a:chOff x="3539975" y="3523525"/>
            <a:chExt cx="745925" cy="196250"/>
          </a:xfrm>
        </p:grpSpPr>
        <p:sp>
          <p:nvSpPr>
            <p:cNvPr id="632" name="Google Shape;632;p15"/>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5"/>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5"/>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5"/>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5"/>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5"/>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5"/>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5"/>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5"/>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5"/>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5"/>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5"/>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5"/>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5"/>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5"/>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5"/>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48" name="Google Shape;648;p15"/>
          <p:cNvPicPr preferRelativeResize="0"/>
          <p:nvPr/>
        </p:nvPicPr>
        <p:blipFill rotWithShape="1">
          <a:blip r:embed="rId3">
            <a:alphaModFix/>
          </a:blip>
          <a:srcRect l="228" r="238"/>
          <a:stretch/>
        </p:blipFill>
        <p:spPr>
          <a:xfrm rot="10800000" flipH="1">
            <a:off x="6828749" y="-445753"/>
            <a:ext cx="9353213" cy="2681250"/>
          </a:xfrm>
          <a:prstGeom prst="rect">
            <a:avLst/>
          </a:prstGeom>
          <a:noFill/>
          <a:ln>
            <a:noFill/>
          </a:ln>
        </p:spPr>
      </p:pic>
      <p:sp>
        <p:nvSpPr>
          <p:cNvPr id="649" name="Google Shape;649;p15"/>
          <p:cNvSpPr txBox="1">
            <a:spLocks noGrp="1"/>
          </p:cNvSpPr>
          <p:nvPr>
            <p:ph type="subTitle" idx="5"/>
          </p:nvPr>
        </p:nvSpPr>
        <p:spPr>
          <a:xfrm>
            <a:off x="5509997" y="1585321"/>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0" name="Google Shape;650;p15"/>
          <p:cNvSpPr txBox="1">
            <a:spLocks noGrp="1"/>
          </p:cNvSpPr>
          <p:nvPr>
            <p:ph type="subTitle" idx="6"/>
          </p:nvPr>
        </p:nvSpPr>
        <p:spPr>
          <a:xfrm>
            <a:off x="5509984" y="1978229"/>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1" name="Google Shape;651;p15"/>
          <p:cNvSpPr txBox="1">
            <a:spLocks noGrp="1"/>
          </p:cNvSpPr>
          <p:nvPr>
            <p:ph type="subTitle" idx="7"/>
          </p:nvPr>
        </p:nvSpPr>
        <p:spPr>
          <a:xfrm>
            <a:off x="2027671" y="1585321"/>
            <a:ext cx="2281800" cy="354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52" name="Google Shape;652;p15"/>
          <p:cNvSpPr txBox="1">
            <a:spLocks noGrp="1"/>
          </p:cNvSpPr>
          <p:nvPr>
            <p:ph type="subTitle" idx="8"/>
          </p:nvPr>
        </p:nvSpPr>
        <p:spPr>
          <a:xfrm>
            <a:off x="2027646" y="1978229"/>
            <a:ext cx="2281800" cy="840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hree columns">
  <p:cSld name="CUSTOM_1">
    <p:spTree>
      <p:nvGrpSpPr>
        <p:cNvPr id="1" name="Shape 653"/>
        <p:cNvGrpSpPr/>
        <p:nvPr/>
      </p:nvGrpSpPr>
      <p:grpSpPr>
        <a:xfrm>
          <a:off x="0" y="0"/>
          <a:ext cx="0" cy="0"/>
          <a:chOff x="0" y="0"/>
          <a:chExt cx="0" cy="0"/>
        </a:xfrm>
      </p:grpSpPr>
      <p:pic>
        <p:nvPicPr>
          <p:cNvPr id="654" name="Google Shape;654;p16"/>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655" name="Google Shape;655;p16"/>
          <p:cNvSpPr txBox="1">
            <a:spLocks noGrp="1"/>
          </p:cNvSpPr>
          <p:nvPr>
            <p:ph type="subTitle" idx="1"/>
          </p:nvPr>
        </p:nvSpPr>
        <p:spPr>
          <a:xfrm>
            <a:off x="3256861" y="1320575"/>
            <a:ext cx="2204400" cy="4434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2100">
                <a:latin typeface="Aldrich"/>
                <a:ea typeface="Aldrich"/>
                <a:cs typeface="Aldrich"/>
                <a:sym typeface="Aldrich"/>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6" name="Google Shape;656;p16"/>
          <p:cNvSpPr txBox="1">
            <a:spLocks noGrp="1"/>
          </p:cNvSpPr>
          <p:nvPr>
            <p:ph type="subTitle" idx="2"/>
          </p:nvPr>
        </p:nvSpPr>
        <p:spPr>
          <a:xfrm>
            <a:off x="3256856" y="17850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7" name="Google Shape;657;p16"/>
          <p:cNvSpPr txBox="1">
            <a:spLocks noGrp="1"/>
          </p:cNvSpPr>
          <p:nvPr>
            <p:ph type="subTitle" idx="3"/>
          </p:nvPr>
        </p:nvSpPr>
        <p:spPr>
          <a:xfrm>
            <a:off x="3256861" y="2435975"/>
            <a:ext cx="2204400" cy="443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8" name="Google Shape;658;p16"/>
          <p:cNvSpPr txBox="1">
            <a:spLocks noGrp="1"/>
          </p:cNvSpPr>
          <p:nvPr>
            <p:ph type="subTitle" idx="4"/>
          </p:nvPr>
        </p:nvSpPr>
        <p:spPr>
          <a:xfrm>
            <a:off x="3256856" y="29004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59" name="Google Shape;659;p16"/>
          <p:cNvSpPr txBox="1">
            <a:spLocks noGrp="1"/>
          </p:cNvSpPr>
          <p:nvPr>
            <p:ph type="subTitle" idx="5"/>
          </p:nvPr>
        </p:nvSpPr>
        <p:spPr>
          <a:xfrm>
            <a:off x="3256861" y="3551375"/>
            <a:ext cx="2204400" cy="443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2100">
                <a:latin typeface="Aldrich"/>
                <a:ea typeface="Aldrich"/>
                <a:cs typeface="Aldrich"/>
                <a:sym typeface="Aldrich"/>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0" name="Google Shape;660;p16"/>
          <p:cNvSpPr txBox="1">
            <a:spLocks noGrp="1"/>
          </p:cNvSpPr>
          <p:nvPr>
            <p:ph type="subTitle" idx="6"/>
          </p:nvPr>
        </p:nvSpPr>
        <p:spPr>
          <a:xfrm>
            <a:off x="3256856" y="4015826"/>
            <a:ext cx="3280200" cy="48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61" name="Google Shape;661;p1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662" name="Google Shape;662;p16"/>
          <p:cNvGrpSpPr/>
          <p:nvPr/>
        </p:nvGrpSpPr>
        <p:grpSpPr>
          <a:xfrm flipH="1">
            <a:off x="-760312" y="4088195"/>
            <a:ext cx="1965289" cy="517060"/>
            <a:chOff x="3539975" y="3523525"/>
            <a:chExt cx="745925" cy="196250"/>
          </a:xfrm>
        </p:grpSpPr>
        <p:sp>
          <p:nvSpPr>
            <p:cNvPr id="663" name="Google Shape;663;p16"/>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6"/>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6"/>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6"/>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6"/>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6"/>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6"/>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6"/>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6"/>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6"/>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6"/>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6"/>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6"/>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6"/>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6"/>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6"/>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 name="Google Shape;679;p16"/>
          <p:cNvGrpSpPr/>
          <p:nvPr/>
        </p:nvGrpSpPr>
        <p:grpSpPr>
          <a:xfrm>
            <a:off x="743688" y="1615450"/>
            <a:ext cx="357454" cy="956304"/>
            <a:chOff x="357713" y="600975"/>
            <a:chExt cx="357454" cy="956304"/>
          </a:xfrm>
        </p:grpSpPr>
        <p:sp>
          <p:nvSpPr>
            <p:cNvPr id="680" name="Google Shape;680;p16"/>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6"/>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6"/>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6"/>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hree columns 1">
  <p:cSld name="CUSTOM_1_1">
    <p:spTree>
      <p:nvGrpSpPr>
        <p:cNvPr id="1" name="Shape 684"/>
        <p:cNvGrpSpPr/>
        <p:nvPr/>
      </p:nvGrpSpPr>
      <p:grpSpPr>
        <a:xfrm>
          <a:off x="0" y="0"/>
          <a:ext cx="0" cy="0"/>
          <a:chOff x="0" y="0"/>
          <a:chExt cx="0" cy="0"/>
        </a:xfrm>
      </p:grpSpPr>
      <p:pic>
        <p:nvPicPr>
          <p:cNvPr id="685" name="Google Shape;685;p17"/>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686" name="Google Shape;686;p17"/>
          <p:cNvSpPr txBox="1">
            <a:spLocks noGrp="1"/>
          </p:cNvSpPr>
          <p:nvPr>
            <p:ph type="subTitle" idx="1"/>
          </p:nvPr>
        </p:nvSpPr>
        <p:spPr>
          <a:xfrm>
            <a:off x="3358449" y="2462609"/>
            <a:ext cx="2474400" cy="44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87" name="Google Shape;687;p17"/>
          <p:cNvSpPr txBox="1">
            <a:spLocks noGrp="1"/>
          </p:cNvSpPr>
          <p:nvPr>
            <p:ph type="subTitle" idx="2"/>
          </p:nvPr>
        </p:nvSpPr>
        <p:spPr>
          <a:xfrm>
            <a:off x="3358449" y="3003259"/>
            <a:ext cx="2474400" cy="76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88" name="Google Shape;688;p17"/>
          <p:cNvSpPr txBox="1">
            <a:spLocks noGrp="1"/>
          </p:cNvSpPr>
          <p:nvPr>
            <p:ph type="subTitle" idx="3"/>
          </p:nvPr>
        </p:nvSpPr>
        <p:spPr>
          <a:xfrm>
            <a:off x="5977723" y="2462609"/>
            <a:ext cx="2474400" cy="44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89" name="Google Shape;689;p17"/>
          <p:cNvSpPr txBox="1">
            <a:spLocks noGrp="1"/>
          </p:cNvSpPr>
          <p:nvPr>
            <p:ph type="subTitle" idx="4"/>
          </p:nvPr>
        </p:nvSpPr>
        <p:spPr>
          <a:xfrm>
            <a:off x="5977723" y="3003259"/>
            <a:ext cx="2474400" cy="76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90" name="Google Shape;690;p17"/>
          <p:cNvSpPr txBox="1">
            <a:spLocks noGrp="1"/>
          </p:cNvSpPr>
          <p:nvPr>
            <p:ph type="subTitle" idx="5"/>
          </p:nvPr>
        </p:nvSpPr>
        <p:spPr>
          <a:xfrm>
            <a:off x="739174" y="2462609"/>
            <a:ext cx="2474400" cy="44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91" name="Google Shape;691;p17"/>
          <p:cNvSpPr txBox="1">
            <a:spLocks noGrp="1"/>
          </p:cNvSpPr>
          <p:nvPr>
            <p:ph type="subTitle" idx="6"/>
          </p:nvPr>
        </p:nvSpPr>
        <p:spPr>
          <a:xfrm>
            <a:off x="739174" y="3003259"/>
            <a:ext cx="2474400" cy="76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92" name="Google Shape;692;p17"/>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693" name="Google Shape;693;p17"/>
          <p:cNvPicPr preferRelativeResize="0"/>
          <p:nvPr/>
        </p:nvPicPr>
        <p:blipFill rotWithShape="1">
          <a:blip r:embed="rId3">
            <a:alphaModFix/>
          </a:blip>
          <a:srcRect l="228" r="238"/>
          <a:stretch/>
        </p:blipFill>
        <p:spPr>
          <a:xfrm flipH="1">
            <a:off x="857541" y="3684650"/>
            <a:ext cx="9353213" cy="2681250"/>
          </a:xfrm>
          <a:prstGeom prst="rect">
            <a:avLst/>
          </a:prstGeom>
          <a:noFill/>
          <a:ln>
            <a:noFill/>
          </a:ln>
        </p:spPr>
      </p:pic>
      <p:grpSp>
        <p:nvGrpSpPr>
          <p:cNvPr id="694" name="Google Shape;694;p17"/>
          <p:cNvGrpSpPr/>
          <p:nvPr/>
        </p:nvGrpSpPr>
        <p:grpSpPr>
          <a:xfrm flipH="1">
            <a:off x="6677544" y="4291395"/>
            <a:ext cx="289170" cy="284718"/>
            <a:chOff x="426000" y="3302025"/>
            <a:chExt cx="220875" cy="217475"/>
          </a:xfrm>
        </p:grpSpPr>
        <p:sp>
          <p:nvSpPr>
            <p:cNvPr id="695" name="Google Shape;695;p17"/>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17"/>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 name="Google Shape;697;p17"/>
          <p:cNvGrpSpPr/>
          <p:nvPr/>
        </p:nvGrpSpPr>
        <p:grpSpPr>
          <a:xfrm flipH="1">
            <a:off x="-722876" y="4152020"/>
            <a:ext cx="1965289" cy="517060"/>
            <a:chOff x="3539975" y="3523525"/>
            <a:chExt cx="745925" cy="196250"/>
          </a:xfrm>
        </p:grpSpPr>
        <p:sp>
          <p:nvSpPr>
            <p:cNvPr id="698" name="Google Shape;698;p17"/>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7"/>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7"/>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7"/>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 name="Google Shape;702;p17"/>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17"/>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7"/>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7"/>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7"/>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7"/>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7"/>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7"/>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7"/>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7"/>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7"/>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7"/>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4" name="Google Shape;714;p17"/>
          <p:cNvSpPr/>
          <p:nvPr/>
        </p:nvSpPr>
        <p:spPr>
          <a:xfrm flipH="1">
            <a:off x="2230461" y="40218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hree columns 3">
  <p:cSld name="CUSTOM_1_1_1_1">
    <p:spTree>
      <p:nvGrpSpPr>
        <p:cNvPr id="1" name="Shape 715"/>
        <p:cNvGrpSpPr/>
        <p:nvPr/>
      </p:nvGrpSpPr>
      <p:grpSpPr>
        <a:xfrm>
          <a:off x="0" y="0"/>
          <a:ext cx="0" cy="0"/>
          <a:chOff x="0" y="0"/>
          <a:chExt cx="0" cy="0"/>
        </a:xfrm>
      </p:grpSpPr>
      <p:pic>
        <p:nvPicPr>
          <p:cNvPr id="716" name="Google Shape;716;p18"/>
          <p:cNvPicPr preferRelativeResize="0"/>
          <p:nvPr/>
        </p:nvPicPr>
        <p:blipFill rotWithShape="1">
          <a:blip r:embed="rId2">
            <a:alphaModFix amt="60000"/>
          </a:blip>
          <a:srcRect t="9" b="9"/>
          <a:stretch/>
        </p:blipFill>
        <p:spPr>
          <a:xfrm>
            <a:off x="0" y="1"/>
            <a:ext cx="9144002" cy="5143499"/>
          </a:xfrm>
          <a:prstGeom prst="rect">
            <a:avLst/>
          </a:prstGeom>
          <a:noFill/>
          <a:ln>
            <a:noFill/>
          </a:ln>
        </p:spPr>
      </p:pic>
      <p:sp>
        <p:nvSpPr>
          <p:cNvPr id="717" name="Google Shape;717;p18"/>
          <p:cNvSpPr txBox="1">
            <a:spLocks noGrp="1"/>
          </p:cNvSpPr>
          <p:nvPr>
            <p:ph type="subTitle" idx="1"/>
          </p:nvPr>
        </p:nvSpPr>
        <p:spPr>
          <a:xfrm>
            <a:off x="3431104" y="25698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18" name="Google Shape;718;p18"/>
          <p:cNvSpPr txBox="1">
            <a:spLocks noGrp="1"/>
          </p:cNvSpPr>
          <p:nvPr>
            <p:ph type="subTitle" idx="2"/>
          </p:nvPr>
        </p:nvSpPr>
        <p:spPr>
          <a:xfrm>
            <a:off x="3431096" y="30964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19" name="Google Shape;719;p18"/>
          <p:cNvSpPr txBox="1">
            <a:spLocks noGrp="1"/>
          </p:cNvSpPr>
          <p:nvPr>
            <p:ph type="subTitle" idx="3"/>
          </p:nvPr>
        </p:nvSpPr>
        <p:spPr>
          <a:xfrm>
            <a:off x="5846645" y="19602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0" name="Google Shape;720;p18"/>
          <p:cNvSpPr txBox="1">
            <a:spLocks noGrp="1"/>
          </p:cNvSpPr>
          <p:nvPr>
            <p:ph type="subTitle" idx="4"/>
          </p:nvPr>
        </p:nvSpPr>
        <p:spPr>
          <a:xfrm>
            <a:off x="5846637" y="24868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1" name="Google Shape;721;p18"/>
          <p:cNvSpPr txBox="1">
            <a:spLocks noGrp="1"/>
          </p:cNvSpPr>
          <p:nvPr>
            <p:ph type="subTitle" idx="5"/>
          </p:nvPr>
        </p:nvSpPr>
        <p:spPr>
          <a:xfrm>
            <a:off x="1015564" y="3179460"/>
            <a:ext cx="2281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2" name="Google Shape;722;p18"/>
          <p:cNvSpPr txBox="1">
            <a:spLocks noGrp="1"/>
          </p:cNvSpPr>
          <p:nvPr>
            <p:ph type="subTitle" idx="6"/>
          </p:nvPr>
        </p:nvSpPr>
        <p:spPr>
          <a:xfrm>
            <a:off x="1015555" y="3706075"/>
            <a:ext cx="2281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23" name="Google Shape;723;p18"/>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724" name="Google Shape;724;p18"/>
          <p:cNvPicPr preferRelativeResize="0"/>
          <p:nvPr/>
        </p:nvPicPr>
        <p:blipFill rotWithShape="1">
          <a:blip r:embed="rId3">
            <a:alphaModFix/>
          </a:blip>
          <a:srcRect l="228" r="238"/>
          <a:stretch/>
        </p:blipFill>
        <p:spPr>
          <a:xfrm flipH="1">
            <a:off x="978641" y="3755650"/>
            <a:ext cx="9353213" cy="2681250"/>
          </a:xfrm>
          <a:prstGeom prst="rect">
            <a:avLst/>
          </a:prstGeom>
          <a:noFill/>
          <a:ln>
            <a:noFill/>
          </a:ln>
        </p:spPr>
      </p:pic>
      <p:grpSp>
        <p:nvGrpSpPr>
          <p:cNvPr id="725" name="Google Shape;725;p18"/>
          <p:cNvGrpSpPr/>
          <p:nvPr/>
        </p:nvGrpSpPr>
        <p:grpSpPr>
          <a:xfrm flipH="1">
            <a:off x="8437331" y="1819645"/>
            <a:ext cx="283332" cy="284718"/>
            <a:chOff x="423709" y="3302025"/>
            <a:chExt cx="216416" cy="217475"/>
          </a:xfrm>
        </p:grpSpPr>
        <p:sp>
          <p:nvSpPr>
            <p:cNvPr id="726" name="Google Shape;726;p18"/>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18"/>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 name="Google Shape;728;p18"/>
          <p:cNvGrpSpPr/>
          <p:nvPr/>
        </p:nvGrpSpPr>
        <p:grpSpPr>
          <a:xfrm flipH="1">
            <a:off x="-1085251" y="4215195"/>
            <a:ext cx="1965289" cy="517060"/>
            <a:chOff x="3539975" y="3523525"/>
            <a:chExt cx="745925" cy="196250"/>
          </a:xfrm>
        </p:grpSpPr>
        <p:sp>
          <p:nvSpPr>
            <p:cNvPr id="729" name="Google Shape;729;p1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1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1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1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1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5" name="Google Shape;745;p18"/>
          <p:cNvSpPr/>
          <p:nvPr/>
        </p:nvSpPr>
        <p:spPr>
          <a:xfrm flipH="1">
            <a:off x="6597336" y="386358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6" name="Google Shape;746;p18"/>
          <p:cNvPicPr preferRelativeResize="0"/>
          <p:nvPr/>
        </p:nvPicPr>
        <p:blipFill>
          <a:blip r:embed="rId4">
            <a:alphaModFix/>
          </a:blip>
          <a:stretch>
            <a:fillRect/>
          </a:stretch>
        </p:blipFill>
        <p:spPr>
          <a:xfrm flipH="1">
            <a:off x="-1470224" y="1121525"/>
            <a:ext cx="2527512" cy="26812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hree columns 4">
  <p:cSld name="CUSTOM_1_1_1_1_1_1">
    <p:spTree>
      <p:nvGrpSpPr>
        <p:cNvPr id="1" name="Shape 747"/>
        <p:cNvGrpSpPr/>
        <p:nvPr/>
      </p:nvGrpSpPr>
      <p:grpSpPr>
        <a:xfrm>
          <a:off x="0" y="0"/>
          <a:ext cx="0" cy="0"/>
          <a:chOff x="0" y="0"/>
          <a:chExt cx="0" cy="0"/>
        </a:xfrm>
      </p:grpSpPr>
      <p:pic>
        <p:nvPicPr>
          <p:cNvPr id="748" name="Google Shape;748;p19"/>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749" name="Google Shape;749;p19"/>
          <p:cNvSpPr txBox="1">
            <a:spLocks noGrp="1"/>
          </p:cNvSpPr>
          <p:nvPr>
            <p:ph type="subTitle" idx="1"/>
          </p:nvPr>
        </p:nvSpPr>
        <p:spPr>
          <a:xfrm flipH="1">
            <a:off x="1015575"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0" name="Google Shape;750;p19"/>
          <p:cNvSpPr txBox="1">
            <a:spLocks noGrp="1"/>
          </p:cNvSpPr>
          <p:nvPr>
            <p:ph type="subTitle" idx="2"/>
          </p:nvPr>
        </p:nvSpPr>
        <p:spPr>
          <a:xfrm>
            <a:off x="3431088"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1" name="Google Shape;751;p19"/>
          <p:cNvSpPr txBox="1">
            <a:spLocks noGrp="1"/>
          </p:cNvSpPr>
          <p:nvPr>
            <p:ph type="subTitle" idx="3"/>
          </p:nvPr>
        </p:nvSpPr>
        <p:spPr>
          <a:xfrm>
            <a:off x="5846652"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2" name="Google Shape;752;p19"/>
          <p:cNvSpPr txBox="1">
            <a:spLocks noGrp="1"/>
          </p:cNvSpPr>
          <p:nvPr>
            <p:ph type="subTitle" idx="4"/>
          </p:nvPr>
        </p:nvSpPr>
        <p:spPr>
          <a:xfrm>
            <a:off x="5846625"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3" name="Google Shape;753;p19"/>
          <p:cNvSpPr txBox="1">
            <a:spLocks noGrp="1"/>
          </p:cNvSpPr>
          <p:nvPr>
            <p:ph type="subTitle" idx="5"/>
          </p:nvPr>
        </p:nvSpPr>
        <p:spPr>
          <a:xfrm flipH="1">
            <a:off x="3431114" y="2918093"/>
            <a:ext cx="2281800" cy="354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4" name="Google Shape;754;p19"/>
          <p:cNvSpPr txBox="1">
            <a:spLocks noGrp="1"/>
          </p:cNvSpPr>
          <p:nvPr>
            <p:ph type="subTitle" idx="6"/>
          </p:nvPr>
        </p:nvSpPr>
        <p:spPr>
          <a:xfrm>
            <a:off x="1015550" y="3405290"/>
            <a:ext cx="2281800" cy="47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55" name="Google Shape;755;p19"/>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756" name="Google Shape;756;p19"/>
          <p:cNvPicPr preferRelativeResize="0"/>
          <p:nvPr/>
        </p:nvPicPr>
        <p:blipFill rotWithShape="1">
          <a:blip r:embed="rId3">
            <a:alphaModFix/>
          </a:blip>
          <a:srcRect l="228" r="238"/>
          <a:stretch/>
        </p:blipFill>
        <p:spPr>
          <a:xfrm>
            <a:off x="-1" y="3789475"/>
            <a:ext cx="9353213" cy="2681250"/>
          </a:xfrm>
          <a:prstGeom prst="rect">
            <a:avLst/>
          </a:prstGeom>
          <a:noFill/>
          <a:ln>
            <a:noFill/>
          </a:ln>
        </p:spPr>
      </p:pic>
      <p:grpSp>
        <p:nvGrpSpPr>
          <p:cNvPr id="757" name="Google Shape;757;p19"/>
          <p:cNvGrpSpPr/>
          <p:nvPr/>
        </p:nvGrpSpPr>
        <p:grpSpPr>
          <a:xfrm>
            <a:off x="391864" y="3850070"/>
            <a:ext cx="289170" cy="284718"/>
            <a:chOff x="426000" y="3302025"/>
            <a:chExt cx="220875" cy="217475"/>
          </a:xfrm>
        </p:grpSpPr>
        <p:sp>
          <p:nvSpPr>
            <p:cNvPr id="758" name="Google Shape;758;p19"/>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19"/>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 name="Google Shape;760;p19"/>
          <p:cNvGrpSpPr/>
          <p:nvPr/>
        </p:nvGrpSpPr>
        <p:grpSpPr>
          <a:xfrm>
            <a:off x="357713" y="1134375"/>
            <a:ext cx="357454" cy="956304"/>
            <a:chOff x="357713" y="600975"/>
            <a:chExt cx="357454" cy="956304"/>
          </a:xfrm>
        </p:grpSpPr>
        <p:sp>
          <p:nvSpPr>
            <p:cNvPr id="761" name="Google Shape;761;p19"/>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19"/>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19"/>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19"/>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 name="Google Shape;765;p19"/>
          <p:cNvGrpSpPr/>
          <p:nvPr/>
        </p:nvGrpSpPr>
        <p:grpSpPr>
          <a:xfrm>
            <a:off x="8043515" y="4161120"/>
            <a:ext cx="1965289" cy="517060"/>
            <a:chOff x="3539975" y="3523525"/>
            <a:chExt cx="745925" cy="196250"/>
          </a:xfrm>
        </p:grpSpPr>
        <p:sp>
          <p:nvSpPr>
            <p:cNvPr id="766" name="Google Shape;766;p19"/>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19"/>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 name="Google Shape;768;p19"/>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19"/>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19"/>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19"/>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19"/>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 name="Google Shape;773;p19"/>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 name="Google Shape;774;p19"/>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19"/>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 name="Google Shape;776;p19"/>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 name="Google Shape;777;p19"/>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 name="Google Shape;778;p19"/>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 name="Google Shape;779;p19"/>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9"/>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9"/>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2" name="Google Shape;782;p19"/>
          <p:cNvSpPr/>
          <p:nvPr/>
        </p:nvSpPr>
        <p:spPr>
          <a:xfrm>
            <a:off x="437788" y="2516210"/>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Numbers and text">
  <p:cSld name="CUSTOM_1_2">
    <p:spTree>
      <p:nvGrpSpPr>
        <p:cNvPr id="1" name="Shape 783"/>
        <p:cNvGrpSpPr/>
        <p:nvPr/>
      </p:nvGrpSpPr>
      <p:grpSpPr>
        <a:xfrm>
          <a:off x="0" y="0"/>
          <a:ext cx="0" cy="0"/>
          <a:chOff x="0" y="0"/>
          <a:chExt cx="0" cy="0"/>
        </a:xfrm>
      </p:grpSpPr>
      <p:pic>
        <p:nvPicPr>
          <p:cNvPr id="784" name="Google Shape;784;p20"/>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785" name="Google Shape;785;p20"/>
          <p:cNvSpPr txBox="1">
            <a:spLocks noGrp="1"/>
          </p:cNvSpPr>
          <p:nvPr>
            <p:ph type="subTitle" idx="1"/>
          </p:nvPr>
        </p:nvSpPr>
        <p:spPr>
          <a:xfrm>
            <a:off x="2365650" y="1194563"/>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86" name="Google Shape;786;p20"/>
          <p:cNvSpPr txBox="1">
            <a:spLocks noGrp="1"/>
          </p:cNvSpPr>
          <p:nvPr>
            <p:ph type="subTitle" idx="2"/>
          </p:nvPr>
        </p:nvSpPr>
        <p:spPr>
          <a:xfrm>
            <a:off x="2365650" y="2610875"/>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87" name="Google Shape;787;p20"/>
          <p:cNvSpPr txBox="1">
            <a:spLocks noGrp="1"/>
          </p:cNvSpPr>
          <p:nvPr>
            <p:ph type="subTitle" idx="3"/>
          </p:nvPr>
        </p:nvSpPr>
        <p:spPr>
          <a:xfrm>
            <a:off x="2365650" y="4027188"/>
            <a:ext cx="4412700" cy="546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grpSp>
        <p:nvGrpSpPr>
          <p:cNvPr id="788" name="Google Shape;788;p20"/>
          <p:cNvGrpSpPr/>
          <p:nvPr/>
        </p:nvGrpSpPr>
        <p:grpSpPr>
          <a:xfrm flipH="1">
            <a:off x="-760312" y="4088195"/>
            <a:ext cx="1965289" cy="517060"/>
            <a:chOff x="3539975" y="3523525"/>
            <a:chExt cx="745925" cy="196250"/>
          </a:xfrm>
        </p:grpSpPr>
        <p:sp>
          <p:nvSpPr>
            <p:cNvPr id="789" name="Google Shape;789;p20"/>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20"/>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0"/>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0"/>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0"/>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0"/>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0"/>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0"/>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20"/>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20"/>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20"/>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0"/>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0"/>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0"/>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0"/>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0"/>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 name="Google Shape;805;p20"/>
          <p:cNvGrpSpPr/>
          <p:nvPr/>
        </p:nvGrpSpPr>
        <p:grpSpPr>
          <a:xfrm>
            <a:off x="743688" y="1615450"/>
            <a:ext cx="357454" cy="956304"/>
            <a:chOff x="357713" y="600975"/>
            <a:chExt cx="357454" cy="956304"/>
          </a:xfrm>
        </p:grpSpPr>
        <p:sp>
          <p:nvSpPr>
            <p:cNvPr id="806" name="Google Shape;806;p2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0" name="Google Shape;810;p20"/>
          <p:cNvSpPr txBox="1">
            <a:spLocks noGrp="1"/>
          </p:cNvSpPr>
          <p:nvPr>
            <p:ph type="title" hasCustomPrompt="1"/>
          </p:nvPr>
        </p:nvSpPr>
        <p:spPr>
          <a:xfrm>
            <a:off x="2365650" y="570312"/>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
        <p:nvSpPr>
          <p:cNvPr id="811" name="Google Shape;811;p20"/>
          <p:cNvSpPr txBox="1">
            <a:spLocks noGrp="1"/>
          </p:cNvSpPr>
          <p:nvPr>
            <p:ph type="title" idx="4" hasCustomPrompt="1"/>
          </p:nvPr>
        </p:nvSpPr>
        <p:spPr>
          <a:xfrm>
            <a:off x="2365650" y="1980037"/>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sp>
        <p:nvSpPr>
          <p:cNvPr id="812" name="Google Shape;812;p20"/>
          <p:cNvSpPr txBox="1">
            <a:spLocks noGrp="1"/>
          </p:cNvSpPr>
          <p:nvPr>
            <p:ph type="title" idx="5" hasCustomPrompt="1"/>
          </p:nvPr>
        </p:nvSpPr>
        <p:spPr>
          <a:xfrm>
            <a:off x="2365650" y="3389812"/>
            <a:ext cx="4412700" cy="624300"/>
          </a:xfrm>
          <a:prstGeom prst="rect">
            <a:avLst/>
          </a:prstGeom>
        </p:spPr>
        <p:txBody>
          <a:bodyPr spcFirstLastPara="1" wrap="square" lIns="91425" tIns="0" rIns="91425" bIns="91425" anchor="t" anchorCtr="0">
            <a:noAutofit/>
          </a:bodyPr>
          <a:lstStyle>
            <a:lvl1pPr lvl="0" algn="ctr" rtl="0">
              <a:spcBef>
                <a:spcPts val="0"/>
              </a:spcBef>
              <a:spcAft>
                <a:spcPts val="0"/>
              </a:spcAft>
              <a:buSzPts val="4800"/>
              <a:buNone/>
              <a:defRPr sz="4100"/>
            </a:lvl1pPr>
            <a:lvl2pPr lvl="1" algn="ctr" rtl="0">
              <a:spcBef>
                <a:spcPts val="0"/>
              </a:spcBef>
              <a:spcAft>
                <a:spcPts val="0"/>
              </a:spcAft>
              <a:buSzPts val="4800"/>
              <a:buNone/>
              <a:defRPr sz="4800"/>
            </a:lvl2pPr>
            <a:lvl3pPr lvl="2" algn="ctr" rtl="0">
              <a:spcBef>
                <a:spcPts val="0"/>
              </a:spcBef>
              <a:spcAft>
                <a:spcPts val="0"/>
              </a:spcAft>
              <a:buSzPts val="4800"/>
              <a:buNone/>
              <a:defRPr sz="4800"/>
            </a:lvl3pPr>
            <a:lvl4pPr lvl="3" algn="ctr" rtl="0">
              <a:spcBef>
                <a:spcPts val="0"/>
              </a:spcBef>
              <a:spcAft>
                <a:spcPts val="0"/>
              </a:spcAft>
              <a:buSzPts val="4800"/>
              <a:buNone/>
              <a:defRPr sz="4800"/>
            </a:lvl4pPr>
            <a:lvl5pPr lvl="4" algn="ctr" rtl="0">
              <a:spcBef>
                <a:spcPts val="0"/>
              </a:spcBef>
              <a:spcAft>
                <a:spcPts val="0"/>
              </a:spcAft>
              <a:buSzPts val="4800"/>
              <a:buNone/>
              <a:defRPr sz="4800"/>
            </a:lvl5pPr>
            <a:lvl6pPr lvl="5" algn="ctr" rtl="0">
              <a:spcBef>
                <a:spcPts val="0"/>
              </a:spcBef>
              <a:spcAft>
                <a:spcPts val="0"/>
              </a:spcAft>
              <a:buSzPts val="4800"/>
              <a:buNone/>
              <a:defRPr sz="4800"/>
            </a:lvl6pPr>
            <a:lvl7pPr lvl="6" algn="ctr" rtl="0">
              <a:spcBef>
                <a:spcPts val="0"/>
              </a:spcBef>
              <a:spcAft>
                <a:spcPts val="0"/>
              </a:spcAft>
              <a:buSzPts val="4800"/>
              <a:buNone/>
              <a:defRPr sz="4800"/>
            </a:lvl7pPr>
            <a:lvl8pPr lvl="7" algn="ctr" rtl="0">
              <a:spcBef>
                <a:spcPts val="0"/>
              </a:spcBef>
              <a:spcAft>
                <a:spcPts val="0"/>
              </a:spcAft>
              <a:buSzPts val="4800"/>
              <a:buNone/>
              <a:defRPr sz="4800"/>
            </a:lvl8pPr>
            <a:lvl9pPr lvl="8" algn="ctr" rtl="0">
              <a:spcBef>
                <a:spcPts val="0"/>
              </a:spcBef>
              <a:spcAft>
                <a:spcPts val="0"/>
              </a:spcAft>
              <a:buSzPts val="4800"/>
              <a:buNone/>
              <a:defRPr sz="4800"/>
            </a:lvl9pPr>
          </a:lstStyle>
          <a:p>
            <a:r>
              <a:t>xx%</a:t>
            </a:r>
          </a:p>
        </p:txBody>
      </p:sp>
      <p:pic>
        <p:nvPicPr>
          <p:cNvPr id="813" name="Google Shape;813;p20"/>
          <p:cNvPicPr preferRelativeResize="0"/>
          <p:nvPr/>
        </p:nvPicPr>
        <p:blipFill>
          <a:blip r:embed="rId3">
            <a:alphaModFix/>
          </a:blip>
          <a:stretch>
            <a:fillRect/>
          </a:stretch>
        </p:blipFill>
        <p:spPr>
          <a:xfrm>
            <a:off x="7401689" y="-1039825"/>
            <a:ext cx="2527512" cy="268125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six columns">
  <p:cSld name="CUSTOM_1_1_2">
    <p:spTree>
      <p:nvGrpSpPr>
        <p:cNvPr id="1" name="Shape 814"/>
        <p:cNvGrpSpPr/>
        <p:nvPr/>
      </p:nvGrpSpPr>
      <p:grpSpPr>
        <a:xfrm>
          <a:off x="0" y="0"/>
          <a:ext cx="0" cy="0"/>
          <a:chOff x="0" y="0"/>
          <a:chExt cx="0" cy="0"/>
        </a:xfrm>
      </p:grpSpPr>
      <p:pic>
        <p:nvPicPr>
          <p:cNvPr id="815" name="Google Shape;815;p21"/>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816" name="Google Shape;816;p21"/>
          <p:cNvSpPr txBox="1">
            <a:spLocks noGrp="1"/>
          </p:cNvSpPr>
          <p:nvPr>
            <p:ph type="subTitle" idx="1"/>
          </p:nvPr>
        </p:nvSpPr>
        <p:spPr>
          <a:xfrm>
            <a:off x="3438593"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7" name="Google Shape;817;p21"/>
          <p:cNvSpPr txBox="1">
            <a:spLocks noGrp="1"/>
          </p:cNvSpPr>
          <p:nvPr>
            <p:ph type="subTitle" idx="2"/>
          </p:nvPr>
        </p:nvSpPr>
        <p:spPr>
          <a:xfrm>
            <a:off x="3438584"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8" name="Google Shape;818;p21"/>
          <p:cNvSpPr txBox="1">
            <a:spLocks noGrp="1"/>
          </p:cNvSpPr>
          <p:nvPr>
            <p:ph type="subTitle" idx="3"/>
          </p:nvPr>
        </p:nvSpPr>
        <p:spPr>
          <a:xfrm>
            <a:off x="5905480"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19" name="Google Shape;819;p21"/>
          <p:cNvSpPr txBox="1">
            <a:spLocks noGrp="1"/>
          </p:cNvSpPr>
          <p:nvPr>
            <p:ph type="subTitle" idx="4"/>
          </p:nvPr>
        </p:nvSpPr>
        <p:spPr>
          <a:xfrm>
            <a:off x="5905472"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0" name="Google Shape;820;p21"/>
          <p:cNvSpPr txBox="1">
            <a:spLocks noGrp="1"/>
          </p:cNvSpPr>
          <p:nvPr>
            <p:ph type="subTitle" idx="5"/>
          </p:nvPr>
        </p:nvSpPr>
        <p:spPr>
          <a:xfrm>
            <a:off x="971706" y="148902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1" name="Google Shape;821;p21"/>
          <p:cNvSpPr txBox="1">
            <a:spLocks noGrp="1"/>
          </p:cNvSpPr>
          <p:nvPr>
            <p:ph type="subTitle" idx="6"/>
          </p:nvPr>
        </p:nvSpPr>
        <p:spPr>
          <a:xfrm>
            <a:off x="971697" y="195347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2" name="Google Shape;822;p21"/>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823" name="Google Shape;823;p21"/>
          <p:cNvSpPr txBox="1">
            <a:spLocks noGrp="1"/>
          </p:cNvSpPr>
          <p:nvPr>
            <p:ph type="subTitle" idx="7"/>
          </p:nvPr>
        </p:nvSpPr>
        <p:spPr>
          <a:xfrm>
            <a:off x="3438616"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4" name="Google Shape;824;p21"/>
          <p:cNvSpPr txBox="1">
            <a:spLocks noGrp="1"/>
          </p:cNvSpPr>
          <p:nvPr>
            <p:ph type="subTitle" idx="8"/>
          </p:nvPr>
        </p:nvSpPr>
        <p:spPr>
          <a:xfrm>
            <a:off x="3438607"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5" name="Google Shape;825;p21"/>
          <p:cNvSpPr txBox="1">
            <a:spLocks noGrp="1"/>
          </p:cNvSpPr>
          <p:nvPr>
            <p:ph type="subTitle" idx="9"/>
          </p:nvPr>
        </p:nvSpPr>
        <p:spPr>
          <a:xfrm>
            <a:off x="5905503"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6" name="Google Shape;826;p21"/>
          <p:cNvSpPr txBox="1">
            <a:spLocks noGrp="1"/>
          </p:cNvSpPr>
          <p:nvPr>
            <p:ph type="subTitle" idx="13"/>
          </p:nvPr>
        </p:nvSpPr>
        <p:spPr>
          <a:xfrm>
            <a:off x="5905495"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7" name="Google Shape;827;p21"/>
          <p:cNvSpPr txBox="1">
            <a:spLocks noGrp="1"/>
          </p:cNvSpPr>
          <p:nvPr>
            <p:ph type="subTitle" idx="14"/>
          </p:nvPr>
        </p:nvSpPr>
        <p:spPr>
          <a:xfrm>
            <a:off x="971729" y="2934675"/>
            <a:ext cx="2266800" cy="443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2100">
                <a:latin typeface="Aldrich"/>
                <a:ea typeface="Aldrich"/>
                <a:cs typeface="Aldrich"/>
                <a:sym typeface="Aldrich"/>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28" name="Google Shape;828;p21"/>
          <p:cNvSpPr txBox="1">
            <a:spLocks noGrp="1"/>
          </p:cNvSpPr>
          <p:nvPr>
            <p:ph type="subTitle" idx="15"/>
          </p:nvPr>
        </p:nvSpPr>
        <p:spPr>
          <a:xfrm>
            <a:off x="971720" y="3399125"/>
            <a:ext cx="2266800" cy="76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solidFill>
                  <a:schemeClr val="lt1"/>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pic>
        <p:nvPicPr>
          <p:cNvPr id="829" name="Google Shape;829;p21"/>
          <p:cNvPicPr preferRelativeResize="0"/>
          <p:nvPr/>
        </p:nvPicPr>
        <p:blipFill>
          <a:blip r:embed="rId3">
            <a:alphaModFix/>
          </a:blip>
          <a:stretch>
            <a:fillRect/>
          </a:stretch>
        </p:blipFill>
        <p:spPr>
          <a:xfrm>
            <a:off x="-417276" y="3996875"/>
            <a:ext cx="9353213" cy="2681250"/>
          </a:xfrm>
          <a:prstGeom prst="rect">
            <a:avLst/>
          </a:prstGeom>
          <a:noFill/>
          <a:ln>
            <a:noFill/>
          </a:ln>
        </p:spPr>
      </p:pic>
      <p:grpSp>
        <p:nvGrpSpPr>
          <p:cNvPr id="830" name="Google Shape;830;p21"/>
          <p:cNvGrpSpPr/>
          <p:nvPr/>
        </p:nvGrpSpPr>
        <p:grpSpPr>
          <a:xfrm>
            <a:off x="391864" y="3850070"/>
            <a:ext cx="289170" cy="284718"/>
            <a:chOff x="426000" y="3302025"/>
            <a:chExt cx="220875" cy="217475"/>
          </a:xfrm>
        </p:grpSpPr>
        <p:sp>
          <p:nvSpPr>
            <p:cNvPr id="831" name="Google Shape;831;p2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 name="Google Shape;833;p21"/>
          <p:cNvGrpSpPr/>
          <p:nvPr/>
        </p:nvGrpSpPr>
        <p:grpSpPr>
          <a:xfrm>
            <a:off x="357713" y="1058175"/>
            <a:ext cx="357454" cy="956304"/>
            <a:chOff x="357713" y="600975"/>
            <a:chExt cx="357454" cy="956304"/>
          </a:xfrm>
        </p:grpSpPr>
        <p:sp>
          <p:nvSpPr>
            <p:cNvPr id="834" name="Google Shape;834;p2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 name="Google Shape;838;p21"/>
          <p:cNvGrpSpPr/>
          <p:nvPr/>
        </p:nvGrpSpPr>
        <p:grpSpPr>
          <a:xfrm>
            <a:off x="8366565" y="3353020"/>
            <a:ext cx="1965289" cy="517060"/>
            <a:chOff x="3539975" y="3523525"/>
            <a:chExt cx="745925" cy="196250"/>
          </a:xfrm>
        </p:grpSpPr>
        <p:sp>
          <p:nvSpPr>
            <p:cNvPr id="839" name="Google Shape;839;p2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2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5" name="Google Shape;855;p21"/>
          <p:cNvSpPr/>
          <p:nvPr/>
        </p:nvSpPr>
        <p:spPr>
          <a:xfrm>
            <a:off x="258688" y="26388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3">
  <p:cSld name="CUSTOM_2_2_1_1">
    <p:spTree>
      <p:nvGrpSpPr>
        <p:cNvPr id="1" name="Shape 1062"/>
        <p:cNvGrpSpPr/>
        <p:nvPr/>
      </p:nvGrpSpPr>
      <p:grpSpPr>
        <a:xfrm>
          <a:off x="0" y="0"/>
          <a:ext cx="0" cy="0"/>
          <a:chOff x="0" y="0"/>
          <a:chExt cx="0" cy="0"/>
        </a:xfrm>
      </p:grpSpPr>
      <p:pic>
        <p:nvPicPr>
          <p:cNvPr id="1063" name="Google Shape;1063;p25"/>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1064" name="Google Shape;1064;p25"/>
          <p:cNvSpPr txBox="1">
            <a:spLocks noGrp="1"/>
          </p:cNvSpPr>
          <p:nvPr>
            <p:ph type="title"/>
          </p:nvPr>
        </p:nvSpPr>
        <p:spPr>
          <a:xfrm>
            <a:off x="713750" y="1225788"/>
            <a:ext cx="3367200" cy="17265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1065" name="Google Shape;1065;p25"/>
          <p:cNvSpPr txBox="1">
            <a:spLocks noGrp="1"/>
          </p:cNvSpPr>
          <p:nvPr>
            <p:ph type="subTitle" idx="1"/>
          </p:nvPr>
        </p:nvSpPr>
        <p:spPr>
          <a:xfrm>
            <a:off x="713875" y="3105588"/>
            <a:ext cx="3856500" cy="976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grpSp>
        <p:nvGrpSpPr>
          <p:cNvPr id="1066" name="Google Shape;1066;p25"/>
          <p:cNvGrpSpPr/>
          <p:nvPr/>
        </p:nvGrpSpPr>
        <p:grpSpPr>
          <a:xfrm flipH="1">
            <a:off x="2156438" y="568471"/>
            <a:ext cx="793256" cy="182899"/>
            <a:chOff x="2685575" y="2835950"/>
            <a:chExt cx="433000" cy="99825"/>
          </a:xfrm>
        </p:grpSpPr>
        <p:sp>
          <p:nvSpPr>
            <p:cNvPr id="1067" name="Google Shape;1067;p25"/>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5"/>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 name="Google Shape;1071;p25"/>
          <p:cNvGrpSpPr/>
          <p:nvPr/>
        </p:nvGrpSpPr>
        <p:grpSpPr>
          <a:xfrm flipH="1">
            <a:off x="-495776" y="4383620"/>
            <a:ext cx="1965289" cy="517060"/>
            <a:chOff x="3539975" y="3523525"/>
            <a:chExt cx="745925" cy="196250"/>
          </a:xfrm>
        </p:grpSpPr>
        <p:sp>
          <p:nvSpPr>
            <p:cNvPr id="1072" name="Google Shape;1072;p25"/>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088" name="Google Shape;1088;p25"/>
          <p:cNvPicPr preferRelativeResize="0"/>
          <p:nvPr/>
        </p:nvPicPr>
        <p:blipFill>
          <a:blip r:embed="rId3">
            <a:alphaModFix/>
          </a:blip>
          <a:stretch>
            <a:fillRect/>
          </a:stretch>
        </p:blipFill>
        <p:spPr>
          <a:xfrm flipH="1">
            <a:off x="-936799" y="-1543012"/>
            <a:ext cx="2527512" cy="26812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4">
  <p:cSld name="CUSTOM_2_2_1_1_1">
    <p:spTree>
      <p:nvGrpSpPr>
        <p:cNvPr id="1" name="Shape 1089"/>
        <p:cNvGrpSpPr/>
        <p:nvPr/>
      </p:nvGrpSpPr>
      <p:grpSpPr>
        <a:xfrm>
          <a:off x="0" y="0"/>
          <a:ext cx="0" cy="0"/>
          <a:chOff x="0" y="0"/>
          <a:chExt cx="0" cy="0"/>
        </a:xfrm>
      </p:grpSpPr>
      <p:pic>
        <p:nvPicPr>
          <p:cNvPr id="1090" name="Google Shape;1090;p26"/>
          <p:cNvPicPr preferRelativeResize="0"/>
          <p:nvPr/>
        </p:nvPicPr>
        <p:blipFill rotWithShape="1">
          <a:blip r:embed="rId2">
            <a:alphaModFix amt="60000"/>
          </a:blip>
          <a:srcRect t="9" b="9"/>
          <a:stretch/>
        </p:blipFill>
        <p:spPr>
          <a:xfrm flipH="1">
            <a:off x="0" y="1"/>
            <a:ext cx="9144002" cy="5143499"/>
          </a:xfrm>
          <a:prstGeom prst="rect">
            <a:avLst/>
          </a:prstGeom>
          <a:noFill/>
          <a:ln>
            <a:noFill/>
          </a:ln>
        </p:spPr>
      </p:pic>
      <p:sp>
        <p:nvSpPr>
          <p:cNvPr id="1091" name="Google Shape;1091;p26"/>
          <p:cNvSpPr txBox="1">
            <a:spLocks noGrp="1"/>
          </p:cNvSpPr>
          <p:nvPr>
            <p:ph type="subTitle" idx="1"/>
          </p:nvPr>
        </p:nvSpPr>
        <p:spPr>
          <a:xfrm>
            <a:off x="5071875" y="2238850"/>
            <a:ext cx="3288300" cy="11859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92" name="Google Shape;1092;p2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093" name="Google Shape;1093;p26"/>
          <p:cNvGrpSpPr/>
          <p:nvPr/>
        </p:nvGrpSpPr>
        <p:grpSpPr>
          <a:xfrm rot="10800000" flipH="1">
            <a:off x="391864" y="1596484"/>
            <a:ext cx="289170" cy="284718"/>
            <a:chOff x="426000" y="3302025"/>
            <a:chExt cx="220875" cy="217475"/>
          </a:xfrm>
        </p:grpSpPr>
        <p:sp>
          <p:nvSpPr>
            <p:cNvPr id="1094" name="Google Shape;1094;p26"/>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6"/>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 name="Google Shape;1096;p26"/>
          <p:cNvGrpSpPr/>
          <p:nvPr/>
        </p:nvGrpSpPr>
        <p:grpSpPr>
          <a:xfrm rot="10800000" flipH="1">
            <a:off x="357713" y="3564393"/>
            <a:ext cx="357454" cy="956304"/>
            <a:chOff x="357713" y="600975"/>
            <a:chExt cx="357454" cy="956304"/>
          </a:xfrm>
        </p:grpSpPr>
        <p:sp>
          <p:nvSpPr>
            <p:cNvPr id="1097" name="Google Shape;1097;p26"/>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6"/>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6"/>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6"/>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 name="Google Shape;1101;p26"/>
          <p:cNvGrpSpPr/>
          <p:nvPr/>
        </p:nvGrpSpPr>
        <p:grpSpPr>
          <a:xfrm rot="10800000" flipH="1">
            <a:off x="2065283" y="4732777"/>
            <a:ext cx="793256" cy="182899"/>
            <a:chOff x="2685575" y="2835950"/>
            <a:chExt cx="433000" cy="99825"/>
          </a:xfrm>
        </p:grpSpPr>
        <p:sp>
          <p:nvSpPr>
            <p:cNvPr id="1102" name="Google Shape;1102;p26"/>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6"/>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6"/>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6"/>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 name="Google Shape;1106;p26"/>
          <p:cNvGrpSpPr/>
          <p:nvPr/>
        </p:nvGrpSpPr>
        <p:grpSpPr>
          <a:xfrm rot="10800000" flipH="1">
            <a:off x="4571989" y="4152949"/>
            <a:ext cx="2019176" cy="2019176"/>
            <a:chOff x="1943325" y="-220375"/>
            <a:chExt cx="1298672" cy="1298672"/>
          </a:xfrm>
        </p:grpSpPr>
        <p:sp>
          <p:nvSpPr>
            <p:cNvPr id="1107" name="Google Shape;1107;p26"/>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6"/>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26"/>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6"/>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6"/>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6"/>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6"/>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6"/>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26"/>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26"/>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6"/>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6"/>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6"/>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26"/>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1121;p26"/>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6"/>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6"/>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26"/>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6"/>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26"/>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26"/>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6"/>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6"/>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26"/>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26"/>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26"/>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26"/>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26"/>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26"/>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26"/>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26"/>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26"/>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26"/>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26"/>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6"/>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6"/>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6"/>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26"/>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26"/>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6"/>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6"/>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rot="10800000" flipH="1">
            <a:off x="7601640" y="490017"/>
            <a:ext cx="1965289" cy="517060"/>
            <a:chOff x="3539975" y="3523525"/>
            <a:chExt cx="745925" cy="196250"/>
          </a:xfrm>
        </p:grpSpPr>
        <p:sp>
          <p:nvSpPr>
            <p:cNvPr id="1156" name="Google Shape;1156;p26"/>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26"/>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26"/>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1159;p26"/>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6"/>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6"/>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6"/>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6"/>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26"/>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26"/>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6"/>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6"/>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26"/>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26"/>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172" name="Google Shape;1172;p26"/>
          <p:cNvPicPr preferRelativeResize="0"/>
          <p:nvPr/>
        </p:nvPicPr>
        <p:blipFill rotWithShape="1">
          <a:blip r:embed="rId3">
            <a:alphaModFix/>
          </a:blip>
          <a:srcRect t="1770" r="38199" b="-1770"/>
          <a:stretch/>
        </p:blipFill>
        <p:spPr>
          <a:xfrm rot="10800000" flipH="1">
            <a:off x="6111216" y="2932075"/>
            <a:ext cx="6276551" cy="268125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CUSTOM_3">
    <p:spTree>
      <p:nvGrpSpPr>
        <p:cNvPr id="1" name="Shape 1330"/>
        <p:cNvGrpSpPr/>
        <p:nvPr/>
      </p:nvGrpSpPr>
      <p:grpSpPr>
        <a:xfrm>
          <a:off x="0" y="0"/>
          <a:ext cx="0" cy="0"/>
          <a:chOff x="0" y="0"/>
          <a:chExt cx="0" cy="0"/>
        </a:xfrm>
      </p:grpSpPr>
      <p:pic>
        <p:nvPicPr>
          <p:cNvPr id="1331" name="Google Shape;1331;p29"/>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332" name="Google Shape;1332;p29"/>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33" name="Google Shape;1333;p29"/>
          <p:cNvGrpSpPr/>
          <p:nvPr/>
        </p:nvGrpSpPr>
        <p:grpSpPr>
          <a:xfrm>
            <a:off x="391864" y="4555820"/>
            <a:ext cx="289170" cy="284718"/>
            <a:chOff x="426000" y="3302025"/>
            <a:chExt cx="220875" cy="217475"/>
          </a:xfrm>
        </p:grpSpPr>
        <p:sp>
          <p:nvSpPr>
            <p:cNvPr id="1334" name="Google Shape;1334;p29"/>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9"/>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 name="Google Shape;1336;p29"/>
          <p:cNvGrpSpPr/>
          <p:nvPr/>
        </p:nvGrpSpPr>
        <p:grpSpPr>
          <a:xfrm>
            <a:off x="357713" y="1134375"/>
            <a:ext cx="357454" cy="956304"/>
            <a:chOff x="357713" y="600975"/>
            <a:chExt cx="357454" cy="956304"/>
          </a:xfrm>
        </p:grpSpPr>
        <p:sp>
          <p:nvSpPr>
            <p:cNvPr id="1337" name="Google Shape;1337;p29"/>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29"/>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29"/>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9"/>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 name="Google Shape;1341;p29"/>
          <p:cNvGrpSpPr/>
          <p:nvPr/>
        </p:nvGrpSpPr>
        <p:grpSpPr>
          <a:xfrm>
            <a:off x="8022690" y="202570"/>
            <a:ext cx="1965289" cy="517060"/>
            <a:chOff x="3539975" y="3523525"/>
            <a:chExt cx="745925" cy="196250"/>
          </a:xfrm>
        </p:grpSpPr>
        <p:sp>
          <p:nvSpPr>
            <p:cNvPr id="1342" name="Google Shape;1342;p29"/>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29"/>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29"/>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9"/>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9"/>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9"/>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29"/>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29"/>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9"/>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9"/>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9"/>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9"/>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9"/>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29"/>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29"/>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9"/>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2">
  <p:cSld name="CUSTOM_3_1">
    <p:spTree>
      <p:nvGrpSpPr>
        <p:cNvPr id="1" name="Shape 1358"/>
        <p:cNvGrpSpPr/>
        <p:nvPr/>
      </p:nvGrpSpPr>
      <p:grpSpPr>
        <a:xfrm>
          <a:off x="0" y="0"/>
          <a:ext cx="0" cy="0"/>
          <a:chOff x="0" y="0"/>
          <a:chExt cx="0" cy="0"/>
        </a:xfrm>
      </p:grpSpPr>
      <p:pic>
        <p:nvPicPr>
          <p:cNvPr id="1359" name="Google Shape;1359;p30"/>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sp>
        <p:nvSpPr>
          <p:cNvPr id="1360" name="Google Shape;1360;p30"/>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61" name="Google Shape;1361;p30"/>
          <p:cNvGrpSpPr/>
          <p:nvPr/>
        </p:nvGrpSpPr>
        <p:grpSpPr>
          <a:xfrm>
            <a:off x="391864" y="3545270"/>
            <a:ext cx="289170" cy="284718"/>
            <a:chOff x="426000" y="3302025"/>
            <a:chExt cx="220875" cy="217475"/>
          </a:xfrm>
        </p:grpSpPr>
        <p:sp>
          <p:nvSpPr>
            <p:cNvPr id="1362" name="Google Shape;1362;p30"/>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0"/>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 name="Google Shape;1364;p30"/>
          <p:cNvGrpSpPr/>
          <p:nvPr/>
        </p:nvGrpSpPr>
        <p:grpSpPr>
          <a:xfrm>
            <a:off x="357713" y="1210575"/>
            <a:ext cx="357454" cy="956304"/>
            <a:chOff x="357713" y="600975"/>
            <a:chExt cx="357454" cy="956304"/>
          </a:xfrm>
        </p:grpSpPr>
        <p:sp>
          <p:nvSpPr>
            <p:cNvPr id="1365" name="Google Shape;1365;p30"/>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0"/>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0"/>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0"/>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30"/>
          <p:cNvGrpSpPr/>
          <p:nvPr/>
        </p:nvGrpSpPr>
        <p:grpSpPr>
          <a:xfrm>
            <a:off x="8366565" y="3429220"/>
            <a:ext cx="1965289" cy="517060"/>
            <a:chOff x="3539975" y="3523525"/>
            <a:chExt cx="745925" cy="196250"/>
          </a:xfrm>
        </p:grpSpPr>
        <p:sp>
          <p:nvSpPr>
            <p:cNvPr id="1370" name="Google Shape;1370;p30"/>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30"/>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0"/>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0"/>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0"/>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 name="Google Shape;1375;p30"/>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30"/>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30"/>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0"/>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0"/>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0"/>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0"/>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0"/>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0"/>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0"/>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0"/>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86" name="Google Shape;1386;p30"/>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3">
  <p:cSld name="CUSTOM_3_1_1">
    <p:spTree>
      <p:nvGrpSpPr>
        <p:cNvPr id="1" name="Shape 1387"/>
        <p:cNvGrpSpPr/>
        <p:nvPr/>
      </p:nvGrpSpPr>
      <p:grpSpPr>
        <a:xfrm>
          <a:off x="0" y="0"/>
          <a:ext cx="0" cy="0"/>
          <a:chOff x="0" y="0"/>
          <a:chExt cx="0" cy="0"/>
        </a:xfrm>
      </p:grpSpPr>
      <p:pic>
        <p:nvPicPr>
          <p:cNvPr id="1388" name="Google Shape;1388;p31"/>
          <p:cNvPicPr preferRelativeResize="0"/>
          <p:nvPr/>
        </p:nvPicPr>
        <p:blipFill rotWithShape="1">
          <a:blip r:embed="rId2">
            <a:alphaModFix amt="60000"/>
          </a:blip>
          <a:srcRect l="39" r="29"/>
          <a:stretch/>
        </p:blipFill>
        <p:spPr>
          <a:xfrm rot="10800000" flipH="1">
            <a:off x="0" y="1"/>
            <a:ext cx="9144002" cy="5143499"/>
          </a:xfrm>
          <a:prstGeom prst="rect">
            <a:avLst/>
          </a:prstGeom>
          <a:noFill/>
          <a:ln>
            <a:noFill/>
          </a:ln>
        </p:spPr>
      </p:pic>
      <p:sp>
        <p:nvSpPr>
          <p:cNvPr id="1389" name="Google Shape;1389;p31"/>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390" name="Google Shape;1390;p31"/>
          <p:cNvGrpSpPr/>
          <p:nvPr/>
        </p:nvGrpSpPr>
        <p:grpSpPr>
          <a:xfrm>
            <a:off x="391864" y="4078670"/>
            <a:ext cx="289170" cy="284718"/>
            <a:chOff x="426000" y="3302025"/>
            <a:chExt cx="220875" cy="217475"/>
          </a:xfrm>
        </p:grpSpPr>
        <p:sp>
          <p:nvSpPr>
            <p:cNvPr id="1391" name="Google Shape;1391;p31"/>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1"/>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31"/>
          <p:cNvGrpSpPr/>
          <p:nvPr/>
        </p:nvGrpSpPr>
        <p:grpSpPr>
          <a:xfrm>
            <a:off x="357713" y="1439175"/>
            <a:ext cx="357454" cy="956304"/>
            <a:chOff x="357713" y="600975"/>
            <a:chExt cx="357454" cy="956304"/>
          </a:xfrm>
        </p:grpSpPr>
        <p:sp>
          <p:nvSpPr>
            <p:cNvPr id="1394" name="Google Shape;1394;p31"/>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1"/>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1"/>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1"/>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 name="Google Shape;1398;p31"/>
          <p:cNvGrpSpPr/>
          <p:nvPr/>
        </p:nvGrpSpPr>
        <p:grpSpPr>
          <a:xfrm>
            <a:off x="8366565" y="3429220"/>
            <a:ext cx="1965289" cy="517060"/>
            <a:chOff x="3539975" y="3523525"/>
            <a:chExt cx="745925" cy="196250"/>
          </a:xfrm>
        </p:grpSpPr>
        <p:sp>
          <p:nvSpPr>
            <p:cNvPr id="1399" name="Google Shape;1399;p31"/>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1"/>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1"/>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1"/>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1"/>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1"/>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1"/>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1"/>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1"/>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1"/>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1"/>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1"/>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 name="Google Shape;1411;p31"/>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31"/>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1"/>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1"/>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5" name="Google Shape;1415;p31"/>
          <p:cNvSpPr/>
          <p:nvPr/>
        </p:nvSpPr>
        <p:spPr>
          <a:xfrm>
            <a:off x="7435260" y="257175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31"/>
          <p:cNvSpPr/>
          <p:nvPr/>
        </p:nvSpPr>
        <p:spPr>
          <a:xfrm>
            <a:off x="715550" y="292513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17" name="Google Shape;1417;p31"/>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4">
  <p:cSld name="CUSTOM_3_1_1_1">
    <p:spTree>
      <p:nvGrpSpPr>
        <p:cNvPr id="1" name="Shape 1418"/>
        <p:cNvGrpSpPr/>
        <p:nvPr/>
      </p:nvGrpSpPr>
      <p:grpSpPr>
        <a:xfrm>
          <a:off x="0" y="0"/>
          <a:ext cx="0" cy="0"/>
          <a:chOff x="0" y="0"/>
          <a:chExt cx="0" cy="0"/>
        </a:xfrm>
      </p:grpSpPr>
      <p:pic>
        <p:nvPicPr>
          <p:cNvPr id="1419" name="Google Shape;1419;p32"/>
          <p:cNvPicPr preferRelativeResize="0"/>
          <p:nvPr/>
        </p:nvPicPr>
        <p:blipFill rotWithShape="1">
          <a:blip r:embed="rId2">
            <a:alphaModFix amt="60000"/>
          </a:blip>
          <a:srcRect l="39" r="29"/>
          <a:stretch/>
        </p:blipFill>
        <p:spPr>
          <a:xfrm flipH="1">
            <a:off x="0" y="1"/>
            <a:ext cx="9144002" cy="5143499"/>
          </a:xfrm>
          <a:prstGeom prst="rect">
            <a:avLst/>
          </a:prstGeom>
          <a:noFill/>
          <a:ln>
            <a:noFill/>
          </a:ln>
        </p:spPr>
      </p:pic>
      <p:sp>
        <p:nvSpPr>
          <p:cNvPr id="1420" name="Google Shape;1420;p32"/>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421" name="Google Shape;1421;p32"/>
          <p:cNvGrpSpPr/>
          <p:nvPr/>
        </p:nvGrpSpPr>
        <p:grpSpPr>
          <a:xfrm>
            <a:off x="391864" y="3545270"/>
            <a:ext cx="289170" cy="284718"/>
            <a:chOff x="426000" y="3302025"/>
            <a:chExt cx="220875" cy="217475"/>
          </a:xfrm>
        </p:grpSpPr>
        <p:sp>
          <p:nvSpPr>
            <p:cNvPr id="1422" name="Google Shape;1422;p32"/>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32"/>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 name="Google Shape;1424;p32"/>
          <p:cNvGrpSpPr/>
          <p:nvPr/>
        </p:nvGrpSpPr>
        <p:grpSpPr>
          <a:xfrm>
            <a:off x="357713" y="1210575"/>
            <a:ext cx="357454" cy="956304"/>
            <a:chOff x="357713" y="600975"/>
            <a:chExt cx="357454" cy="956304"/>
          </a:xfrm>
        </p:grpSpPr>
        <p:sp>
          <p:nvSpPr>
            <p:cNvPr id="1425" name="Google Shape;1425;p32"/>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 name="Google Shape;1429;p32"/>
          <p:cNvGrpSpPr/>
          <p:nvPr/>
        </p:nvGrpSpPr>
        <p:grpSpPr>
          <a:xfrm>
            <a:off x="8366565" y="3429220"/>
            <a:ext cx="1965289" cy="517060"/>
            <a:chOff x="3539975" y="3523525"/>
            <a:chExt cx="745925" cy="196250"/>
          </a:xfrm>
        </p:grpSpPr>
        <p:sp>
          <p:nvSpPr>
            <p:cNvPr id="1430" name="Google Shape;1430;p32"/>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 name="Google Shape;1433;p32"/>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 name="Google Shape;1434;p32"/>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32"/>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446" name="Google Shape;1446;p32"/>
          <p:cNvPicPr preferRelativeResize="0"/>
          <p:nvPr/>
        </p:nvPicPr>
        <p:blipFill>
          <a:blip r:embed="rId3">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5">
  <p:cSld name="CUSTOM_3_1_1_1_1">
    <p:spTree>
      <p:nvGrpSpPr>
        <p:cNvPr id="1" name="Shape 1447"/>
        <p:cNvGrpSpPr/>
        <p:nvPr/>
      </p:nvGrpSpPr>
      <p:grpSpPr>
        <a:xfrm>
          <a:off x="0" y="0"/>
          <a:ext cx="0" cy="0"/>
          <a:chOff x="0" y="0"/>
          <a:chExt cx="0" cy="0"/>
        </a:xfrm>
      </p:grpSpPr>
      <p:pic>
        <p:nvPicPr>
          <p:cNvPr id="1448" name="Google Shape;1448;p33"/>
          <p:cNvPicPr preferRelativeResize="0"/>
          <p:nvPr/>
        </p:nvPicPr>
        <p:blipFill rotWithShape="1">
          <a:blip r:embed="rId2">
            <a:alphaModFix amt="60000"/>
          </a:blip>
          <a:srcRect l="39" r="29"/>
          <a:stretch/>
        </p:blipFill>
        <p:spPr>
          <a:xfrm>
            <a:off x="0" y="1"/>
            <a:ext cx="9144002" cy="5143499"/>
          </a:xfrm>
          <a:prstGeom prst="rect">
            <a:avLst/>
          </a:prstGeom>
          <a:noFill/>
          <a:ln>
            <a:noFill/>
          </a:ln>
        </p:spPr>
      </p:pic>
      <p:sp>
        <p:nvSpPr>
          <p:cNvPr id="1449" name="Google Shape;1449;p33"/>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pic>
        <p:nvPicPr>
          <p:cNvPr id="1450" name="Google Shape;1450;p33"/>
          <p:cNvPicPr preferRelativeResize="0"/>
          <p:nvPr/>
        </p:nvPicPr>
        <p:blipFill>
          <a:blip r:embed="rId3">
            <a:alphaModFix/>
          </a:blip>
          <a:stretch>
            <a:fillRect/>
          </a:stretch>
        </p:blipFill>
        <p:spPr>
          <a:xfrm flipH="1">
            <a:off x="997466" y="4009875"/>
            <a:ext cx="9353213" cy="2681250"/>
          </a:xfrm>
          <a:prstGeom prst="rect">
            <a:avLst/>
          </a:prstGeom>
          <a:noFill/>
          <a:ln>
            <a:noFill/>
          </a:ln>
        </p:spPr>
      </p:pic>
      <p:grpSp>
        <p:nvGrpSpPr>
          <p:cNvPr id="1451" name="Google Shape;1451;p33"/>
          <p:cNvGrpSpPr/>
          <p:nvPr/>
        </p:nvGrpSpPr>
        <p:grpSpPr>
          <a:xfrm flipH="1">
            <a:off x="426319" y="3778870"/>
            <a:ext cx="289170" cy="284718"/>
            <a:chOff x="426000" y="3302025"/>
            <a:chExt cx="220875" cy="217475"/>
          </a:xfrm>
        </p:grpSpPr>
        <p:sp>
          <p:nvSpPr>
            <p:cNvPr id="1452" name="Google Shape;1452;p33"/>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3"/>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4" name="Google Shape;1454;p33"/>
          <p:cNvGrpSpPr/>
          <p:nvPr/>
        </p:nvGrpSpPr>
        <p:grpSpPr>
          <a:xfrm flipH="1">
            <a:off x="-1053226" y="2428970"/>
            <a:ext cx="1965289" cy="517060"/>
            <a:chOff x="3539975" y="3523525"/>
            <a:chExt cx="745925" cy="196250"/>
          </a:xfrm>
        </p:grpSpPr>
        <p:sp>
          <p:nvSpPr>
            <p:cNvPr id="1455" name="Google Shape;1455;p33"/>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3"/>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3"/>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3"/>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3"/>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3"/>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3"/>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3"/>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3"/>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33"/>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33"/>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33"/>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33"/>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33"/>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33"/>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33"/>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6">
  <p:cSld name="CUSTOM_3_1_1_1_1_1">
    <p:spTree>
      <p:nvGrpSpPr>
        <p:cNvPr id="1" name="Shape 1471"/>
        <p:cNvGrpSpPr/>
        <p:nvPr/>
      </p:nvGrpSpPr>
      <p:grpSpPr>
        <a:xfrm>
          <a:off x="0" y="0"/>
          <a:ext cx="0" cy="0"/>
          <a:chOff x="0" y="0"/>
          <a:chExt cx="0" cy="0"/>
        </a:xfrm>
      </p:grpSpPr>
      <p:pic>
        <p:nvPicPr>
          <p:cNvPr id="1472" name="Google Shape;1472;p34"/>
          <p:cNvPicPr preferRelativeResize="0"/>
          <p:nvPr/>
        </p:nvPicPr>
        <p:blipFill rotWithShape="1">
          <a:blip r:embed="rId2">
            <a:alphaModFix amt="60000"/>
          </a:blip>
          <a:srcRect t="9" b="9"/>
          <a:stretch/>
        </p:blipFill>
        <p:spPr>
          <a:xfrm rot="10800000">
            <a:off x="0" y="1"/>
            <a:ext cx="9144002" cy="5143499"/>
          </a:xfrm>
          <a:prstGeom prst="rect">
            <a:avLst/>
          </a:prstGeom>
          <a:noFill/>
          <a:ln>
            <a:noFill/>
          </a:ln>
        </p:spPr>
      </p:pic>
      <p:sp>
        <p:nvSpPr>
          <p:cNvPr id="1473" name="Google Shape;1473;p3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grpSp>
        <p:nvGrpSpPr>
          <p:cNvPr id="1474" name="Google Shape;1474;p34"/>
          <p:cNvGrpSpPr/>
          <p:nvPr/>
        </p:nvGrpSpPr>
        <p:grpSpPr>
          <a:xfrm>
            <a:off x="391864" y="1291684"/>
            <a:ext cx="289170" cy="284718"/>
            <a:chOff x="426000" y="3302025"/>
            <a:chExt cx="220875" cy="217475"/>
          </a:xfrm>
        </p:grpSpPr>
        <p:sp>
          <p:nvSpPr>
            <p:cNvPr id="1475" name="Google Shape;1475;p34"/>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34"/>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 name="Google Shape;1477;p34"/>
          <p:cNvGrpSpPr/>
          <p:nvPr/>
        </p:nvGrpSpPr>
        <p:grpSpPr>
          <a:xfrm rot="10800000" flipH="1">
            <a:off x="357713" y="3259593"/>
            <a:ext cx="357454" cy="956304"/>
            <a:chOff x="357713" y="600975"/>
            <a:chExt cx="357454" cy="956304"/>
          </a:xfrm>
        </p:grpSpPr>
        <p:sp>
          <p:nvSpPr>
            <p:cNvPr id="1478" name="Google Shape;1478;p34"/>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4"/>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4"/>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4"/>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4"/>
          <p:cNvGrpSpPr/>
          <p:nvPr/>
        </p:nvGrpSpPr>
        <p:grpSpPr>
          <a:xfrm rot="10800000" flipH="1">
            <a:off x="7777083" y="4709252"/>
            <a:ext cx="793256" cy="182899"/>
            <a:chOff x="2685575" y="2835950"/>
            <a:chExt cx="433000" cy="99825"/>
          </a:xfrm>
        </p:grpSpPr>
        <p:sp>
          <p:nvSpPr>
            <p:cNvPr id="1483" name="Google Shape;1483;p34"/>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4"/>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34"/>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4"/>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 name="Google Shape;1487;p34"/>
          <p:cNvGrpSpPr/>
          <p:nvPr/>
        </p:nvGrpSpPr>
        <p:grpSpPr>
          <a:xfrm rot="10800000" flipH="1">
            <a:off x="507239" y="4684974"/>
            <a:ext cx="2019176" cy="2019176"/>
            <a:chOff x="1943325" y="-220375"/>
            <a:chExt cx="1298672" cy="1298672"/>
          </a:xfrm>
        </p:grpSpPr>
        <p:sp>
          <p:nvSpPr>
            <p:cNvPr id="1488" name="Google Shape;1488;p34"/>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4"/>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4"/>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34"/>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34"/>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4"/>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4"/>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4"/>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4"/>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34"/>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4"/>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4"/>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4"/>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34"/>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4"/>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4"/>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4"/>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4"/>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4"/>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4"/>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34"/>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34"/>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4"/>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4"/>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34"/>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34"/>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34"/>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34"/>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34"/>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4"/>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4"/>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4"/>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4"/>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4"/>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34"/>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34"/>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4"/>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4"/>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4"/>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34"/>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34"/>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4"/>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4"/>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4"/>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34"/>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4"/>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4"/>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4"/>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 name="Google Shape;1536;p34"/>
          <p:cNvGrpSpPr/>
          <p:nvPr/>
        </p:nvGrpSpPr>
        <p:grpSpPr>
          <a:xfrm rot="10800000" flipH="1">
            <a:off x="7907690" y="538242"/>
            <a:ext cx="1965289" cy="517060"/>
            <a:chOff x="3539975" y="3523525"/>
            <a:chExt cx="745925" cy="196250"/>
          </a:xfrm>
        </p:grpSpPr>
        <p:sp>
          <p:nvSpPr>
            <p:cNvPr id="1537" name="Google Shape;1537;p34"/>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34"/>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34"/>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4"/>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4"/>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34"/>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34"/>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4"/>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4"/>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34"/>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34"/>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34"/>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4"/>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34"/>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34"/>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7">
  <p:cSld name="CUSTOM_3_1_1_1_1_1_1">
    <p:spTree>
      <p:nvGrpSpPr>
        <p:cNvPr id="1" name="Shape 1553"/>
        <p:cNvGrpSpPr/>
        <p:nvPr/>
      </p:nvGrpSpPr>
      <p:grpSpPr>
        <a:xfrm>
          <a:off x="0" y="0"/>
          <a:ext cx="0" cy="0"/>
          <a:chOff x="0" y="0"/>
          <a:chExt cx="0" cy="0"/>
        </a:xfrm>
      </p:grpSpPr>
      <p:pic>
        <p:nvPicPr>
          <p:cNvPr id="1554" name="Google Shape;1554;p35"/>
          <p:cNvPicPr preferRelativeResize="0"/>
          <p:nvPr/>
        </p:nvPicPr>
        <p:blipFill rotWithShape="1">
          <a:blip r:embed="rId2">
            <a:alphaModFix amt="60000"/>
          </a:blip>
          <a:srcRect t="9" b="9"/>
          <a:stretch/>
        </p:blipFill>
        <p:spPr>
          <a:xfrm>
            <a:off x="0" y="1"/>
            <a:ext cx="9144002" cy="5143499"/>
          </a:xfrm>
          <a:prstGeom prst="rect">
            <a:avLst/>
          </a:prstGeom>
          <a:noFill/>
          <a:ln>
            <a:noFill/>
          </a:ln>
        </p:spPr>
      </p:pic>
      <p:sp>
        <p:nvSpPr>
          <p:cNvPr id="1555" name="Google Shape;1555;p35"/>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2900">
                <a:latin typeface="Aldrich"/>
                <a:ea typeface="Aldrich"/>
                <a:cs typeface="Aldrich"/>
                <a:sym typeface="Aldrich"/>
              </a:defRPr>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hanks">
  <p:cSld name="CUSTOM_4">
    <p:spTree>
      <p:nvGrpSpPr>
        <p:cNvPr id="1" name="Shape 1556"/>
        <p:cNvGrpSpPr/>
        <p:nvPr/>
      </p:nvGrpSpPr>
      <p:grpSpPr>
        <a:xfrm>
          <a:off x="0" y="0"/>
          <a:ext cx="0" cy="0"/>
          <a:chOff x="0" y="0"/>
          <a:chExt cx="0" cy="0"/>
        </a:xfrm>
      </p:grpSpPr>
      <p:pic>
        <p:nvPicPr>
          <p:cNvPr id="1557" name="Google Shape;1557;p36"/>
          <p:cNvPicPr preferRelativeResize="0"/>
          <p:nvPr/>
        </p:nvPicPr>
        <p:blipFill rotWithShape="1">
          <a:blip r:embed="rId2">
            <a:alphaModFix amt="60000"/>
          </a:blip>
          <a:srcRect t="9" b="9"/>
          <a:stretch/>
        </p:blipFill>
        <p:spPr>
          <a:xfrm flipH="1">
            <a:off x="0" y="1"/>
            <a:ext cx="9144002" cy="5143499"/>
          </a:xfrm>
          <a:prstGeom prst="rect">
            <a:avLst/>
          </a:prstGeom>
          <a:noFill/>
          <a:ln>
            <a:noFill/>
          </a:ln>
        </p:spPr>
      </p:pic>
      <p:sp>
        <p:nvSpPr>
          <p:cNvPr id="1558" name="Google Shape;1558;p36"/>
          <p:cNvSpPr txBox="1">
            <a:spLocks noGrp="1"/>
          </p:cNvSpPr>
          <p:nvPr>
            <p:ph type="title"/>
          </p:nvPr>
        </p:nvSpPr>
        <p:spPr>
          <a:xfrm>
            <a:off x="866150" y="539000"/>
            <a:ext cx="3856500" cy="762900"/>
          </a:xfrm>
          <a:prstGeom prst="rect">
            <a:avLst/>
          </a:prstGeom>
        </p:spPr>
        <p:txBody>
          <a:bodyPr spcFirstLastPara="1" wrap="square" lIns="91425" tIns="0" rIns="91425" bIns="91425" anchor="t" anchorCtr="0">
            <a:noAutofit/>
          </a:bodyPr>
          <a:lstStyle>
            <a:lvl1pPr lvl="0" rtl="0">
              <a:spcBef>
                <a:spcPts val="0"/>
              </a:spcBef>
              <a:spcAft>
                <a:spcPts val="0"/>
              </a:spcAft>
              <a:buSzPts val="2900"/>
              <a:buNone/>
              <a:defRPr sz="5800"/>
            </a:lvl1pPr>
            <a:lvl2pPr lvl="1" rtl="0">
              <a:spcBef>
                <a:spcPts val="0"/>
              </a:spcBef>
              <a:spcAft>
                <a:spcPts val="0"/>
              </a:spcAft>
              <a:buSzPts val="2900"/>
              <a:buNone/>
              <a:defRPr/>
            </a:lvl2pPr>
            <a:lvl3pPr lvl="2" rtl="0">
              <a:spcBef>
                <a:spcPts val="0"/>
              </a:spcBef>
              <a:spcAft>
                <a:spcPts val="0"/>
              </a:spcAft>
              <a:buSzPts val="2900"/>
              <a:buNone/>
              <a:defRPr/>
            </a:lvl3pPr>
            <a:lvl4pPr lvl="3" rtl="0">
              <a:spcBef>
                <a:spcPts val="0"/>
              </a:spcBef>
              <a:spcAft>
                <a:spcPts val="0"/>
              </a:spcAft>
              <a:buSzPts val="2900"/>
              <a:buNone/>
              <a:defRPr/>
            </a:lvl4pPr>
            <a:lvl5pPr lvl="4" rtl="0">
              <a:spcBef>
                <a:spcPts val="0"/>
              </a:spcBef>
              <a:spcAft>
                <a:spcPts val="0"/>
              </a:spcAft>
              <a:buSzPts val="2900"/>
              <a:buNone/>
              <a:defRPr/>
            </a:lvl5pPr>
            <a:lvl6pPr lvl="5" rtl="0">
              <a:spcBef>
                <a:spcPts val="0"/>
              </a:spcBef>
              <a:spcAft>
                <a:spcPts val="0"/>
              </a:spcAft>
              <a:buSzPts val="2900"/>
              <a:buNone/>
              <a:defRPr/>
            </a:lvl6pPr>
            <a:lvl7pPr lvl="6" rtl="0">
              <a:spcBef>
                <a:spcPts val="0"/>
              </a:spcBef>
              <a:spcAft>
                <a:spcPts val="0"/>
              </a:spcAft>
              <a:buSzPts val="2900"/>
              <a:buNone/>
              <a:defRPr/>
            </a:lvl7pPr>
            <a:lvl8pPr lvl="7" rtl="0">
              <a:spcBef>
                <a:spcPts val="0"/>
              </a:spcBef>
              <a:spcAft>
                <a:spcPts val="0"/>
              </a:spcAft>
              <a:buSzPts val="2900"/>
              <a:buNone/>
              <a:defRPr/>
            </a:lvl8pPr>
            <a:lvl9pPr lvl="8" rtl="0">
              <a:spcBef>
                <a:spcPts val="0"/>
              </a:spcBef>
              <a:spcAft>
                <a:spcPts val="0"/>
              </a:spcAft>
              <a:buSzPts val="2900"/>
              <a:buNone/>
              <a:defRPr/>
            </a:lvl9pPr>
          </a:lstStyle>
          <a:p>
            <a:endParaRPr/>
          </a:p>
        </p:txBody>
      </p:sp>
      <p:sp>
        <p:nvSpPr>
          <p:cNvPr id="1559" name="Google Shape;1559;p36"/>
          <p:cNvSpPr txBox="1">
            <a:spLocks noGrp="1"/>
          </p:cNvSpPr>
          <p:nvPr>
            <p:ph type="subTitle" idx="1"/>
          </p:nvPr>
        </p:nvSpPr>
        <p:spPr>
          <a:xfrm>
            <a:off x="866275" y="1672187"/>
            <a:ext cx="3856500" cy="1040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560" name="Google Shape;1560;p36"/>
          <p:cNvSpPr txBox="1"/>
          <p:nvPr/>
        </p:nvSpPr>
        <p:spPr>
          <a:xfrm>
            <a:off x="872400" y="3715100"/>
            <a:ext cx="3246900" cy="615600"/>
          </a:xfrm>
          <a:prstGeom prst="rect">
            <a:avLst/>
          </a:prstGeom>
          <a:noFill/>
          <a:ln>
            <a:noFill/>
          </a:ln>
        </p:spPr>
        <p:txBody>
          <a:bodyPr spcFirstLastPara="1" wrap="square" lIns="91425" tIns="182875" rIns="91425" bIns="91425" anchor="b" anchorCtr="0">
            <a:noAutofit/>
          </a:bodyPr>
          <a:lstStyle/>
          <a:p>
            <a:pPr marL="0" lvl="0" indent="0" algn="l" rtl="0">
              <a:lnSpc>
                <a:spcPct val="100000"/>
              </a:lnSpc>
              <a:spcBef>
                <a:spcPts val="300"/>
              </a:spcBef>
              <a:spcAft>
                <a:spcPts val="0"/>
              </a:spcAft>
              <a:buNone/>
            </a:pPr>
            <a:r>
              <a:rPr lang="en" sz="1100" b="1">
                <a:solidFill>
                  <a:schemeClr val="lt1"/>
                </a:solidFill>
                <a:latin typeface="Bai Jamjuree"/>
                <a:ea typeface="Bai Jamjuree"/>
                <a:cs typeface="Bai Jamjuree"/>
                <a:sym typeface="Bai Jamjuree"/>
              </a:rPr>
              <a:t>CREDITS</a:t>
            </a:r>
            <a:r>
              <a:rPr lang="en" sz="1100">
                <a:solidFill>
                  <a:schemeClr val="lt1"/>
                </a:solidFill>
                <a:latin typeface="Bai Jamjuree"/>
                <a:ea typeface="Bai Jamjuree"/>
                <a:cs typeface="Bai Jamjuree"/>
                <a:sym typeface="Bai Jamjuree"/>
              </a:rPr>
              <a:t>: This presentation template was created by </a:t>
            </a:r>
            <a:r>
              <a:rPr lang="en" sz="1100" b="1">
                <a:solidFill>
                  <a:schemeClr val="lt1"/>
                </a:solidFill>
                <a:uFill>
                  <a:noFill/>
                </a:uFill>
                <a:latin typeface="Bai Jamjuree"/>
                <a:ea typeface="Bai Jamjuree"/>
                <a:cs typeface="Bai Jamjuree"/>
                <a:sym typeface="Bai Jamjuree"/>
                <a:hlinkClick r:id="rId3">
                  <a:extLst>
                    <a:ext uri="{A12FA001-AC4F-418D-AE19-62706E023703}">
                      <ahyp:hlinkClr xmlns:ahyp="http://schemas.microsoft.com/office/drawing/2018/hyperlinkcolor" val="tx"/>
                    </a:ext>
                  </a:extLst>
                </a:hlinkClick>
              </a:rPr>
              <a:t>Slidesgo</a:t>
            </a:r>
            <a:r>
              <a:rPr lang="en" sz="1100">
                <a:solidFill>
                  <a:schemeClr val="lt1"/>
                </a:solidFill>
                <a:latin typeface="Bai Jamjuree"/>
                <a:ea typeface="Bai Jamjuree"/>
                <a:cs typeface="Bai Jamjuree"/>
                <a:sym typeface="Bai Jamjuree"/>
              </a:rPr>
              <a:t>, and includes icons by </a:t>
            </a:r>
            <a:r>
              <a:rPr lang="en" sz="1100" b="1">
                <a:solidFill>
                  <a:schemeClr val="lt1"/>
                </a:solidFill>
                <a:uFill>
                  <a:noFill/>
                </a:uFill>
                <a:latin typeface="Bai Jamjuree"/>
                <a:ea typeface="Bai Jamjuree"/>
                <a:cs typeface="Bai Jamjuree"/>
                <a:sym typeface="Bai Jamjuree"/>
                <a:hlinkClick r:id="rId4">
                  <a:extLst>
                    <a:ext uri="{A12FA001-AC4F-418D-AE19-62706E023703}">
                      <ahyp:hlinkClr xmlns:ahyp="http://schemas.microsoft.com/office/drawing/2018/hyperlinkcolor" val="tx"/>
                    </a:ext>
                  </a:extLst>
                </a:hlinkClick>
              </a:rPr>
              <a:t>Flaticon</a:t>
            </a:r>
            <a:r>
              <a:rPr lang="en" sz="1100" b="1">
                <a:solidFill>
                  <a:schemeClr val="lt1"/>
                </a:solidFill>
                <a:latin typeface="Bai Jamjuree"/>
                <a:ea typeface="Bai Jamjuree"/>
                <a:cs typeface="Bai Jamjuree"/>
                <a:sym typeface="Bai Jamjuree"/>
              </a:rPr>
              <a:t> </a:t>
            </a:r>
            <a:r>
              <a:rPr lang="en" sz="1100">
                <a:solidFill>
                  <a:schemeClr val="lt1"/>
                </a:solidFill>
                <a:latin typeface="Bai Jamjuree"/>
                <a:ea typeface="Bai Jamjuree"/>
                <a:cs typeface="Bai Jamjuree"/>
                <a:sym typeface="Bai Jamjuree"/>
              </a:rPr>
              <a:t>and infographics &amp; images by </a:t>
            </a:r>
            <a:r>
              <a:rPr lang="en" sz="1100" b="1">
                <a:solidFill>
                  <a:schemeClr val="lt1"/>
                </a:solidFill>
                <a:uFill>
                  <a:noFill/>
                </a:uFill>
                <a:latin typeface="Bai Jamjuree"/>
                <a:ea typeface="Bai Jamjuree"/>
                <a:cs typeface="Bai Jamjuree"/>
                <a:sym typeface="Bai Jamjuree"/>
                <a:hlinkClick r:id="rId5">
                  <a:extLst>
                    <a:ext uri="{A12FA001-AC4F-418D-AE19-62706E023703}">
                      <ahyp:hlinkClr xmlns:ahyp="http://schemas.microsoft.com/office/drawing/2018/hyperlinkcolor" val="tx"/>
                    </a:ext>
                  </a:extLst>
                </a:hlinkClick>
              </a:rPr>
              <a:t>Freepik</a:t>
            </a:r>
            <a:endParaRPr sz="1100" b="1">
              <a:solidFill>
                <a:schemeClr val="lt1"/>
              </a:solidFill>
              <a:latin typeface="Bai Jamjuree"/>
              <a:ea typeface="Bai Jamjuree"/>
              <a:cs typeface="Bai Jamjuree"/>
              <a:sym typeface="Bai Jamjuree"/>
            </a:endParaRPr>
          </a:p>
        </p:txBody>
      </p:sp>
      <p:grpSp>
        <p:nvGrpSpPr>
          <p:cNvPr id="1561" name="Google Shape;1561;p36"/>
          <p:cNvGrpSpPr/>
          <p:nvPr/>
        </p:nvGrpSpPr>
        <p:grpSpPr>
          <a:xfrm>
            <a:off x="-1416836" y="2858310"/>
            <a:ext cx="2019176" cy="2019176"/>
            <a:chOff x="1943325" y="-220375"/>
            <a:chExt cx="1298672" cy="1298672"/>
          </a:xfrm>
        </p:grpSpPr>
        <p:sp>
          <p:nvSpPr>
            <p:cNvPr id="1562" name="Google Shape;1562;p36"/>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6"/>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6"/>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6"/>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6"/>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6"/>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6"/>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6"/>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6"/>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6"/>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6"/>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6"/>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6"/>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6"/>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6"/>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6"/>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6"/>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6"/>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36"/>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36"/>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6"/>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6"/>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36"/>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36"/>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36"/>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36"/>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36"/>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6"/>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6"/>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6"/>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6"/>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6"/>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36"/>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36"/>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6"/>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6"/>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6"/>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36"/>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36"/>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6"/>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6"/>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6"/>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36"/>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6"/>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6"/>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6"/>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6"/>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6"/>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0" name="Google Shape;1610;p36"/>
          <p:cNvGrpSpPr/>
          <p:nvPr/>
        </p:nvGrpSpPr>
        <p:grpSpPr>
          <a:xfrm rot="-5400000">
            <a:off x="-3038008" y="-1227121"/>
            <a:ext cx="3952129" cy="3175881"/>
            <a:chOff x="5256209" y="-1994879"/>
            <a:chExt cx="3952129" cy="3175881"/>
          </a:xfrm>
        </p:grpSpPr>
        <p:sp>
          <p:nvSpPr>
            <p:cNvPr id="1611" name="Google Shape;1611;p36"/>
            <p:cNvSpPr/>
            <p:nvPr/>
          </p:nvSpPr>
          <p:spPr>
            <a:xfrm>
              <a:off x="5256209" y="-1994879"/>
              <a:ext cx="3952129" cy="3103920"/>
            </a:xfrm>
            <a:custGeom>
              <a:avLst/>
              <a:gdLst/>
              <a:ahLst/>
              <a:cxnLst/>
              <a:rect l="l" t="t" r="r" b="b"/>
              <a:pathLst>
                <a:path w="89954" h="70648" fill="none" extrusionOk="0">
                  <a:moveTo>
                    <a:pt x="89954" y="70647"/>
                  </a:moveTo>
                  <a:lnTo>
                    <a:pt x="1" y="70647"/>
                  </a:lnTo>
                  <a:lnTo>
                    <a:pt x="1" y="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6"/>
            <p:cNvSpPr/>
            <p:nvPr/>
          </p:nvSpPr>
          <p:spPr>
            <a:xfrm>
              <a:off x="5579917" y="1036061"/>
              <a:ext cx="144942" cy="144942"/>
            </a:xfrm>
            <a:custGeom>
              <a:avLst/>
              <a:gdLst/>
              <a:ahLst/>
              <a:cxnLst/>
              <a:rect l="l" t="t" r="r" b="b"/>
              <a:pathLst>
                <a:path w="3299" h="3299" extrusionOk="0">
                  <a:moveTo>
                    <a:pt x="0" y="1"/>
                  </a:moveTo>
                  <a:lnTo>
                    <a:pt x="0" y="3299"/>
                  </a:lnTo>
                  <a:lnTo>
                    <a:pt x="3298" y="3299"/>
                  </a:lnTo>
                  <a:lnTo>
                    <a:pt x="32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p:cSld name="CUSTOM_5">
    <p:spTree>
      <p:nvGrpSpPr>
        <p:cNvPr id="1" name="Shape 1613"/>
        <p:cNvGrpSpPr/>
        <p:nvPr/>
      </p:nvGrpSpPr>
      <p:grpSpPr>
        <a:xfrm>
          <a:off x="0" y="0"/>
          <a:ext cx="0" cy="0"/>
          <a:chOff x="0" y="0"/>
          <a:chExt cx="0" cy="0"/>
        </a:xfrm>
      </p:grpSpPr>
      <p:pic>
        <p:nvPicPr>
          <p:cNvPr id="1614" name="Google Shape;1614;p37"/>
          <p:cNvPicPr preferRelativeResize="0"/>
          <p:nvPr/>
        </p:nvPicPr>
        <p:blipFill rotWithShape="1">
          <a:blip r:embed="rId2">
            <a:alphaModFix amt="60000"/>
          </a:blip>
          <a:srcRect t="9" b="9"/>
          <a:stretch/>
        </p:blipFill>
        <p:spPr>
          <a:xfrm>
            <a:off x="0" y="1"/>
            <a:ext cx="9144002" cy="5143499"/>
          </a:xfrm>
          <a:prstGeom prst="rect">
            <a:avLst/>
          </a:prstGeom>
          <a:noFill/>
          <a:ln>
            <a:noFill/>
          </a:ln>
        </p:spPr>
      </p:pic>
      <p:pic>
        <p:nvPicPr>
          <p:cNvPr id="1615" name="Google Shape;1615;p37"/>
          <p:cNvPicPr preferRelativeResize="0"/>
          <p:nvPr/>
        </p:nvPicPr>
        <p:blipFill rotWithShape="1">
          <a:blip r:embed="rId3">
            <a:alphaModFix amt="60000"/>
          </a:blip>
          <a:srcRect t="9" b="9"/>
          <a:stretch/>
        </p:blipFill>
        <p:spPr>
          <a:xfrm>
            <a:off x="0" y="1"/>
            <a:ext cx="9144002" cy="5143499"/>
          </a:xfrm>
          <a:prstGeom prst="rect">
            <a:avLst/>
          </a:prstGeom>
          <a:noFill/>
          <a:ln>
            <a:noFill/>
          </a:ln>
        </p:spPr>
      </p:pic>
      <p:pic>
        <p:nvPicPr>
          <p:cNvPr id="1616" name="Google Shape;1616;p37"/>
          <p:cNvPicPr preferRelativeResize="0"/>
          <p:nvPr/>
        </p:nvPicPr>
        <p:blipFill>
          <a:blip r:embed="rId4">
            <a:alphaModFix/>
          </a:blip>
          <a:stretch>
            <a:fillRect/>
          </a:stretch>
        </p:blipFill>
        <p:spPr>
          <a:xfrm>
            <a:off x="-467701" y="3755650"/>
            <a:ext cx="9353213" cy="2681250"/>
          </a:xfrm>
          <a:prstGeom prst="rect">
            <a:avLst/>
          </a:prstGeom>
          <a:noFill/>
          <a:ln>
            <a:noFill/>
          </a:ln>
        </p:spPr>
      </p:pic>
      <p:grpSp>
        <p:nvGrpSpPr>
          <p:cNvPr id="1617" name="Google Shape;1617;p37"/>
          <p:cNvGrpSpPr/>
          <p:nvPr/>
        </p:nvGrpSpPr>
        <p:grpSpPr>
          <a:xfrm>
            <a:off x="391864" y="3545270"/>
            <a:ext cx="289170" cy="284718"/>
            <a:chOff x="426000" y="3302025"/>
            <a:chExt cx="220875" cy="217475"/>
          </a:xfrm>
        </p:grpSpPr>
        <p:sp>
          <p:nvSpPr>
            <p:cNvPr id="1618" name="Google Shape;1618;p37"/>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a:off x="432750"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a:off x="357713" y="905775"/>
            <a:ext cx="357454" cy="956304"/>
            <a:chOff x="357713" y="600975"/>
            <a:chExt cx="357454" cy="956304"/>
          </a:xfrm>
        </p:grpSpPr>
        <p:sp>
          <p:nvSpPr>
            <p:cNvPr id="1621" name="Google Shape;1621;p37"/>
            <p:cNvSpPr/>
            <p:nvPr/>
          </p:nvSpPr>
          <p:spPr>
            <a:xfrm>
              <a:off x="357713" y="600975"/>
              <a:ext cx="357454" cy="357454"/>
            </a:xfrm>
            <a:custGeom>
              <a:avLst/>
              <a:gdLst/>
              <a:ahLst/>
              <a:cxnLst/>
              <a:rect l="l" t="t" r="r" b="b"/>
              <a:pathLst>
                <a:path w="6539" h="6539" fill="none" extrusionOk="0">
                  <a:moveTo>
                    <a:pt x="3954" y="367"/>
                  </a:moveTo>
                  <a:cubicBezTo>
                    <a:pt x="5535" y="752"/>
                    <a:pt x="6538" y="2353"/>
                    <a:pt x="6152" y="3954"/>
                  </a:cubicBezTo>
                  <a:cubicBezTo>
                    <a:pt x="5767" y="5535"/>
                    <a:pt x="4166" y="6538"/>
                    <a:pt x="2584" y="6153"/>
                  </a:cubicBezTo>
                  <a:cubicBezTo>
                    <a:pt x="984" y="5767"/>
                    <a:pt x="0" y="4166"/>
                    <a:pt x="366" y="2585"/>
                  </a:cubicBezTo>
                  <a:cubicBezTo>
                    <a:pt x="752" y="984"/>
                    <a:pt x="2353" y="0"/>
                    <a:pt x="3954" y="36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a:off x="374549" y="819196"/>
              <a:ext cx="324765" cy="324765"/>
            </a:xfrm>
            <a:custGeom>
              <a:avLst/>
              <a:gdLst/>
              <a:ahLst/>
              <a:cxnLst/>
              <a:rect l="l" t="t" r="r" b="b"/>
              <a:pathLst>
                <a:path w="5941" h="5941" fill="none" extrusionOk="0">
                  <a:moveTo>
                    <a:pt x="5941" y="2971"/>
                  </a:moveTo>
                  <a:cubicBezTo>
                    <a:pt x="5941" y="4610"/>
                    <a:pt x="4610" y="5941"/>
                    <a:pt x="2971" y="5941"/>
                  </a:cubicBezTo>
                  <a:cubicBezTo>
                    <a:pt x="1331" y="5941"/>
                    <a:pt x="1" y="4610"/>
                    <a:pt x="1" y="2971"/>
                  </a:cubicBezTo>
                  <a:cubicBezTo>
                    <a:pt x="1" y="1331"/>
                    <a:pt x="1331" y="1"/>
                    <a:pt x="2971" y="1"/>
                  </a:cubicBezTo>
                  <a:cubicBezTo>
                    <a:pt x="4610" y="1"/>
                    <a:pt x="5941" y="1331"/>
                    <a:pt x="5941" y="2971"/>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37"/>
            <p:cNvSpPr/>
            <p:nvPr/>
          </p:nvSpPr>
          <p:spPr>
            <a:xfrm>
              <a:off x="357713" y="997347"/>
              <a:ext cx="357454" cy="357509"/>
            </a:xfrm>
            <a:custGeom>
              <a:avLst/>
              <a:gdLst/>
              <a:ahLst/>
              <a:cxnLst/>
              <a:rect l="l" t="t" r="r" b="b"/>
              <a:pathLst>
                <a:path w="6539" h="6540" fill="none" extrusionOk="0">
                  <a:moveTo>
                    <a:pt x="3954" y="387"/>
                  </a:moveTo>
                  <a:cubicBezTo>
                    <a:pt x="5555" y="753"/>
                    <a:pt x="6538" y="2354"/>
                    <a:pt x="6152" y="3955"/>
                  </a:cubicBezTo>
                  <a:cubicBezTo>
                    <a:pt x="5767" y="5556"/>
                    <a:pt x="4166" y="6539"/>
                    <a:pt x="2584" y="6153"/>
                  </a:cubicBezTo>
                  <a:cubicBezTo>
                    <a:pt x="984" y="5787"/>
                    <a:pt x="0" y="4186"/>
                    <a:pt x="366" y="2585"/>
                  </a:cubicBezTo>
                  <a:cubicBezTo>
                    <a:pt x="752" y="985"/>
                    <a:pt x="2353" y="1"/>
                    <a:pt x="3954" y="387"/>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37"/>
            <p:cNvSpPr/>
            <p:nvPr/>
          </p:nvSpPr>
          <p:spPr>
            <a:xfrm>
              <a:off x="358751" y="1200863"/>
              <a:ext cx="356416" cy="356416"/>
            </a:xfrm>
            <a:custGeom>
              <a:avLst/>
              <a:gdLst/>
              <a:ahLst/>
              <a:cxnLst/>
              <a:rect l="l" t="t" r="r" b="b"/>
              <a:pathLst>
                <a:path w="6520" h="6520" fill="none" extrusionOk="0">
                  <a:moveTo>
                    <a:pt x="5362" y="1158"/>
                  </a:moveTo>
                  <a:cubicBezTo>
                    <a:pt x="6519" y="2315"/>
                    <a:pt x="6519" y="4186"/>
                    <a:pt x="5362" y="5343"/>
                  </a:cubicBezTo>
                  <a:cubicBezTo>
                    <a:pt x="4186" y="6519"/>
                    <a:pt x="2315" y="6519"/>
                    <a:pt x="1157" y="5343"/>
                  </a:cubicBezTo>
                  <a:cubicBezTo>
                    <a:pt x="0" y="4186"/>
                    <a:pt x="0" y="2315"/>
                    <a:pt x="1157" y="1158"/>
                  </a:cubicBezTo>
                  <a:cubicBezTo>
                    <a:pt x="2315" y="0"/>
                    <a:pt x="4186" y="0"/>
                    <a:pt x="5362" y="1158"/>
                  </a:cubicBezTo>
                  <a:close/>
                </a:path>
              </a:pathLst>
            </a:custGeom>
            <a:no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5" name="Google Shape;1625;p37"/>
          <p:cNvGrpSpPr/>
          <p:nvPr/>
        </p:nvGrpSpPr>
        <p:grpSpPr>
          <a:xfrm>
            <a:off x="5258308" y="722871"/>
            <a:ext cx="793256" cy="182899"/>
            <a:chOff x="2685575" y="2835950"/>
            <a:chExt cx="433000" cy="99825"/>
          </a:xfrm>
        </p:grpSpPr>
        <p:sp>
          <p:nvSpPr>
            <p:cNvPr id="1626" name="Google Shape;1626;p37"/>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7"/>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7"/>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7"/>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 name="Google Shape;1630;p37"/>
          <p:cNvGrpSpPr/>
          <p:nvPr/>
        </p:nvGrpSpPr>
        <p:grpSpPr>
          <a:xfrm>
            <a:off x="8366565" y="3429220"/>
            <a:ext cx="1965289" cy="517060"/>
            <a:chOff x="3539975" y="3523525"/>
            <a:chExt cx="745925" cy="196250"/>
          </a:xfrm>
        </p:grpSpPr>
        <p:sp>
          <p:nvSpPr>
            <p:cNvPr id="1631" name="Google Shape;1631;p37"/>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37"/>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37"/>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7"/>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7"/>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7"/>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37"/>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37"/>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7"/>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7"/>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7"/>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37"/>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37"/>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37"/>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7"/>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7"/>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647" name="Google Shape;1647;p37"/>
          <p:cNvPicPr preferRelativeResize="0"/>
          <p:nvPr/>
        </p:nvPicPr>
        <p:blipFill>
          <a:blip r:embed="rId5">
            <a:alphaModFix/>
          </a:blip>
          <a:stretch>
            <a:fillRect/>
          </a:stretch>
        </p:blipFill>
        <p:spPr>
          <a:xfrm>
            <a:off x="7164689" y="-802375"/>
            <a:ext cx="2527512" cy="268125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1">
  <p:cSld name="CUSTOM_5_1">
    <p:spTree>
      <p:nvGrpSpPr>
        <p:cNvPr id="1" name="Shape 1648"/>
        <p:cNvGrpSpPr/>
        <p:nvPr/>
      </p:nvGrpSpPr>
      <p:grpSpPr>
        <a:xfrm>
          <a:off x="0" y="0"/>
          <a:ext cx="0" cy="0"/>
          <a:chOff x="0" y="0"/>
          <a:chExt cx="0" cy="0"/>
        </a:xfrm>
      </p:grpSpPr>
      <p:pic>
        <p:nvPicPr>
          <p:cNvPr id="1649" name="Google Shape;1649;p38"/>
          <p:cNvPicPr preferRelativeResize="0"/>
          <p:nvPr/>
        </p:nvPicPr>
        <p:blipFill rotWithShape="1">
          <a:blip r:embed="rId2">
            <a:alphaModFix amt="60000"/>
          </a:blip>
          <a:srcRect t="9" b="9"/>
          <a:stretch/>
        </p:blipFill>
        <p:spPr>
          <a:xfrm rot="10800000" flipH="1">
            <a:off x="0" y="1"/>
            <a:ext cx="9144002" cy="5143499"/>
          </a:xfrm>
          <a:prstGeom prst="rect">
            <a:avLst/>
          </a:prstGeom>
          <a:noFill/>
          <a:ln>
            <a:noFill/>
          </a:ln>
        </p:spPr>
      </p:pic>
      <p:pic>
        <p:nvPicPr>
          <p:cNvPr id="1650" name="Google Shape;1650;p38"/>
          <p:cNvPicPr preferRelativeResize="0"/>
          <p:nvPr/>
        </p:nvPicPr>
        <p:blipFill rotWithShape="1">
          <a:blip r:embed="rId3">
            <a:alphaModFix/>
          </a:blip>
          <a:srcRect l="228" r="238"/>
          <a:stretch/>
        </p:blipFill>
        <p:spPr>
          <a:xfrm flipH="1">
            <a:off x="-9" y="4016075"/>
            <a:ext cx="9353213" cy="2681250"/>
          </a:xfrm>
          <a:prstGeom prst="rect">
            <a:avLst/>
          </a:prstGeom>
          <a:noFill/>
          <a:ln>
            <a:noFill/>
          </a:ln>
        </p:spPr>
      </p:pic>
      <p:grpSp>
        <p:nvGrpSpPr>
          <p:cNvPr id="1651" name="Google Shape;1651;p38"/>
          <p:cNvGrpSpPr/>
          <p:nvPr/>
        </p:nvGrpSpPr>
        <p:grpSpPr>
          <a:xfrm flipH="1">
            <a:off x="8483181" y="4016070"/>
            <a:ext cx="283332" cy="284718"/>
            <a:chOff x="423709" y="3302025"/>
            <a:chExt cx="216416" cy="217475"/>
          </a:xfrm>
        </p:grpSpPr>
        <p:sp>
          <p:nvSpPr>
            <p:cNvPr id="1652" name="Google Shape;1652;p38"/>
            <p:cNvSpPr/>
            <p:nvPr/>
          </p:nvSpPr>
          <p:spPr>
            <a:xfrm>
              <a:off x="426000" y="3425950"/>
              <a:ext cx="214125" cy="93550"/>
            </a:xfrm>
            <a:custGeom>
              <a:avLst/>
              <a:gdLst/>
              <a:ahLst/>
              <a:cxnLst/>
              <a:rect l="l" t="t" r="r" b="b"/>
              <a:pathLst>
                <a:path w="8565" h="3742" extrusionOk="0">
                  <a:moveTo>
                    <a:pt x="1" y="0"/>
                  </a:moveTo>
                  <a:cubicBezTo>
                    <a:pt x="290" y="2141"/>
                    <a:pt x="2122" y="3742"/>
                    <a:pt x="4283" y="3742"/>
                  </a:cubicBezTo>
                  <a:cubicBezTo>
                    <a:pt x="6443" y="3742"/>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8"/>
            <p:cNvSpPr/>
            <p:nvPr/>
          </p:nvSpPr>
          <p:spPr>
            <a:xfrm>
              <a:off x="423709" y="3302025"/>
              <a:ext cx="214125" cy="94050"/>
            </a:xfrm>
            <a:custGeom>
              <a:avLst/>
              <a:gdLst/>
              <a:ahLst/>
              <a:cxnLst/>
              <a:rect l="l" t="t" r="r" b="b"/>
              <a:pathLst>
                <a:path w="8565" h="3762" extrusionOk="0">
                  <a:moveTo>
                    <a:pt x="1" y="0"/>
                  </a:moveTo>
                  <a:cubicBezTo>
                    <a:pt x="271" y="2141"/>
                    <a:pt x="2103" y="3761"/>
                    <a:pt x="4283" y="3761"/>
                  </a:cubicBezTo>
                  <a:cubicBezTo>
                    <a:pt x="6443" y="3761"/>
                    <a:pt x="8275" y="2141"/>
                    <a:pt x="85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 name="Google Shape;1654;p38"/>
          <p:cNvGrpSpPr/>
          <p:nvPr/>
        </p:nvGrpSpPr>
        <p:grpSpPr>
          <a:xfrm flipH="1">
            <a:off x="8175513" y="140497"/>
            <a:ext cx="2019176" cy="2019176"/>
            <a:chOff x="1943325" y="-220375"/>
            <a:chExt cx="1298672" cy="1298672"/>
          </a:xfrm>
        </p:grpSpPr>
        <p:sp>
          <p:nvSpPr>
            <p:cNvPr id="1655" name="Google Shape;1655;p38"/>
            <p:cNvSpPr/>
            <p:nvPr/>
          </p:nvSpPr>
          <p:spPr>
            <a:xfrm>
              <a:off x="2582255" y="-220375"/>
              <a:ext cx="49" cy="460871"/>
            </a:xfrm>
            <a:custGeom>
              <a:avLst/>
              <a:gdLst/>
              <a:ahLst/>
              <a:cxnLst/>
              <a:rect l="l" t="t" r="r" b="b"/>
              <a:pathLst>
                <a:path w="1" h="9432" fill="none" extrusionOk="0">
                  <a:moveTo>
                    <a:pt x="0" y="0"/>
                  </a:moveTo>
                  <a:lnTo>
                    <a:pt x="0" y="943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38"/>
            <p:cNvSpPr/>
            <p:nvPr/>
          </p:nvSpPr>
          <p:spPr>
            <a:xfrm>
              <a:off x="2414509" y="-195895"/>
              <a:ext cx="118785" cy="444844"/>
            </a:xfrm>
            <a:custGeom>
              <a:avLst/>
              <a:gdLst/>
              <a:ahLst/>
              <a:cxnLst/>
              <a:rect l="l" t="t" r="r" b="b"/>
              <a:pathLst>
                <a:path w="2431" h="9104" fill="none" extrusionOk="0">
                  <a:moveTo>
                    <a:pt x="0" y="1"/>
                  </a:moveTo>
                  <a:lnTo>
                    <a:pt x="2431"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8"/>
            <p:cNvSpPr/>
            <p:nvPr/>
          </p:nvSpPr>
          <p:spPr>
            <a:xfrm>
              <a:off x="2259027" y="-128024"/>
              <a:ext cx="229996" cy="398669"/>
            </a:xfrm>
            <a:custGeom>
              <a:avLst/>
              <a:gdLst/>
              <a:ahLst/>
              <a:cxnLst/>
              <a:rect l="l" t="t" r="r" b="b"/>
              <a:pathLst>
                <a:path w="4707" h="8159" fill="none" extrusionOk="0">
                  <a:moveTo>
                    <a:pt x="0" y="0"/>
                  </a:moveTo>
                  <a:lnTo>
                    <a:pt x="4706" y="815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8"/>
            <p:cNvSpPr/>
            <p:nvPr/>
          </p:nvSpPr>
          <p:spPr>
            <a:xfrm>
              <a:off x="2126121" y="-22481"/>
              <a:ext cx="325180" cy="325180"/>
            </a:xfrm>
            <a:custGeom>
              <a:avLst/>
              <a:gdLst/>
              <a:ahLst/>
              <a:cxnLst/>
              <a:rect l="l" t="t" r="r" b="b"/>
              <a:pathLst>
                <a:path w="6655" h="6655" fill="none" extrusionOk="0">
                  <a:moveTo>
                    <a:pt x="1" y="0"/>
                  </a:moveTo>
                  <a:lnTo>
                    <a:pt x="6655" y="66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p:cNvSpPr/>
            <p:nvPr/>
          </p:nvSpPr>
          <p:spPr>
            <a:xfrm>
              <a:off x="2025317" y="113211"/>
              <a:ext cx="398669" cy="230924"/>
            </a:xfrm>
            <a:custGeom>
              <a:avLst/>
              <a:gdLst/>
              <a:ahLst/>
              <a:cxnLst/>
              <a:rect l="l" t="t" r="r" b="b"/>
              <a:pathLst>
                <a:path w="8159" h="4726" fill="none" extrusionOk="0">
                  <a:moveTo>
                    <a:pt x="0" y="1"/>
                  </a:moveTo>
                  <a:lnTo>
                    <a:pt x="8158"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p:cNvSpPr/>
            <p:nvPr/>
          </p:nvSpPr>
          <p:spPr>
            <a:xfrm>
              <a:off x="1963114" y="270598"/>
              <a:ext cx="444844" cy="119713"/>
            </a:xfrm>
            <a:custGeom>
              <a:avLst/>
              <a:gdLst/>
              <a:ahLst/>
              <a:cxnLst/>
              <a:rect l="l" t="t" r="r" b="b"/>
              <a:pathLst>
                <a:path w="9104" h="2450" fill="none" extrusionOk="0">
                  <a:moveTo>
                    <a:pt x="0" y="0"/>
                  </a:moveTo>
                  <a:lnTo>
                    <a:pt x="9103"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p:cNvSpPr/>
            <p:nvPr/>
          </p:nvSpPr>
          <p:spPr>
            <a:xfrm>
              <a:off x="1943325" y="439273"/>
              <a:ext cx="460871" cy="49"/>
            </a:xfrm>
            <a:custGeom>
              <a:avLst/>
              <a:gdLst/>
              <a:ahLst/>
              <a:cxnLst/>
              <a:rect l="l" t="t" r="r" b="b"/>
              <a:pathLst>
                <a:path w="9432" h="1" fill="none" extrusionOk="0">
                  <a:moveTo>
                    <a:pt x="0" y="1"/>
                  </a:moveTo>
                  <a:lnTo>
                    <a:pt x="9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p:cNvSpPr/>
            <p:nvPr/>
          </p:nvSpPr>
          <p:spPr>
            <a:xfrm>
              <a:off x="1967805" y="487354"/>
              <a:ext cx="445821" cy="119713"/>
            </a:xfrm>
            <a:custGeom>
              <a:avLst/>
              <a:gdLst/>
              <a:ahLst/>
              <a:cxnLst/>
              <a:rect l="l" t="t" r="r" b="b"/>
              <a:pathLst>
                <a:path w="9124" h="2450" fill="none" extrusionOk="0">
                  <a:moveTo>
                    <a:pt x="1" y="2450"/>
                  </a:moveTo>
                  <a:lnTo>
                    <a:pt x="912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p:cNvSpPr/>
            <p:nvPr/>
          </p:nvSpPr>
          <p:spPr>
            <a:xfrm>
              <a:off x="2035676" y="532600"/>
              <a:ext cx="398669" cy="229996"/>
            </a:xfrm>
            <a:custGeom>
              <a:avLst/>
              <a:gdLst/>
              <a:ahLst/>
              <a:cxnLst/>
              <a:rect l="l" t="t" r="r" b="b"/>
              <a:pathLst>
                <a:path w="8159" h="4707" fill="none" extrusionOk="0">
                  <a:moveTo>
                    <a:pt x="0" y="4706"/>
                  </a:moveTo>
                  <a:lnTo>
                    <a:pt x="815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p:cNvSpPr/>
            <p:nvPr/>
          </p:nvSpPr>
          <p:spPr>
            <a:xfrm>
              <a:off x="2141219" y="569345"/>
              <a:ext cx="326108" cy="326108"/>
            </a:xfrm>
            <a:custGeom>
              <a:avLst/>
              <a:gdLst/>
              <a:ahLst/>
              <a:cxnLst/>
              <a:rect l="l" t="t" r="r" b="b"/>
              <a:pathLst>
                <a:path w="6674" h="6674" fill="none" extrusionOk="0">
                  <a:moveTo>
                    <a:pt x="0" y="6674"/>
                  </a:moveTo>
                  <a:lnTo>
                    <a:pt x="6673"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p:cNvSpPr/>
            <p:nvPr/>
          </p:nvSpPr>
          <p:spPr>
            <a:xfrm>
              <a:off x="2277840" y="597588"/>
              <a:ext cx="229996" cy="398718"/>
            </a:xfrm>
            <a:custGeom>
              <a:avLst/>
              <a:gdLst/>
              <a:ahLst/>
              <a:cxnLst/>
              <a:rect l="l" t="t" r="r" b="b"/>
              <a:pathLst>
                <a:path w="4707" h="8160" fill="none" extrusionOk="0">
                  <a:moveTo>
                    <a:pt x="1" y="8159"/>
                  </a:moveTo>
                  <a:lnTo>
                    <a:pt x="470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p:cNvSpPr/>
            <p:nvPr/>
          </p:nvSpPr>
          <p:spPr>
            <a:xfrm>
              <a:off x="2435227" y="613615"/>
              <a:ext cx="118785" cy="444893"/>
            </a:xfrm>
            <a:custGeom>
              <a:avLst/>
              <a:gdLst/>
              <a:ahLst/>
              <a:cxnLst/>
              <a:rect l="l" t="t" r="r" b="b"/>
              <a:pathLst>
                <a:path w="2431" h="9105" fill="none" extrusionOk="0">
                  <a:moveTo>
                    <a:pt x="1" y="9104"/>
                  </a:moveTo>
                  <a:lnTo>
                    <a:pt x="243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p:cNvSpPr/>
            <p:nvPr/>
          </p:nvSpPr>
          <p:spPr>
            <a:xfrm>
              <a:off x="2602973" y="617377"/>
              <a:ext cx="49" cy="460920"/>
            </a:xfrm>
            <a:custGeom>
              <a:avLst/>
              <a:gdLst/>
              <a:ahLst/>
              <a:cxnLst/>
              <a:rect l="l" t="t" r="r" b="b"/>
              <a:pathLst>
                <a:path w="1" h="9433" fill="none" extrusionOk="0">
                  <a:moveTo>
                    <a:pt x="1" y="9432"/>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38"/>
            <p:cNvSpPr/>
            <p:nvPr/>
          </p:nvSpPr>
          <p:spPr>
            <a:xfrm>
              <a:off x="2651982" y="607996"/>
              <a:ext cx="118785" cy="444844"/>
            </a:xfrm>
            <a:custGeom>
              <a:avLst/>
              <a:gdLst/>
              <a:ahLst/>
              <a:cxnLst/>
              <a:rect l="l" t="t" r="r" b="b"/>
              <a:pathLst>
                <a:path w="2431" h="9104" fill="none" extrusionOk="0">
                  <a:moveTo>
                    <a:pt x="2431" y="91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38"/>
            <p:cNvSpPr/>
            <p:nvPr/>
          </p:nvSpPr>
          <p:spPr>
            <a:xfrm>
              <a:off x="2696300" y="586301"/>
              <a:ext cx="229996" cy="398669"/>
            </a:xfrm>
            <a:custGeom>
              <a:avLst/>
              <a:gdLst/>
              <a:ahLst/>
              <a:cxnLst/>
              <a:rect l="l" t="t" r="r" b="b"/>
              <a:pathLst>
                <a:path w="4707" h="8159" fill="none" extrusionOk="0">
                  <a:moveTo>
                    <a:pt x="4706" y="8159"/>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8"/>
            <p:cNvSpPr/>
            <p:nvPr/>
          </p:nvSpPr>
          <p:spPr>
            <a:xfrm>
              <a:off x="2733974" y="554247"/>
              <a:ext cx="325180" cy="326108"/>
            </a:xfrm>
            <a:custGeom>
              <a:avLst/>
              <a:gdLst/>
              <a:ahLst/>
              <a:cxnLst/>
              <a:rect l="l" t="t" r="r" b="b"/>
              <a:pathLst>
                <a:path w="6655" h="6674" fill="none" extrusionOk="0">
                  <a:moveTo>
                    <a:pt x="6655" y="66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8"/>
            <p:cNvSpPr/>
            <p:nvPr/>
          </p:nvSpPr>
          <p:spPr>
            <a:xfrm>
              <a:off x="2761288" y="513739"/>
              <a:ext cx="398718" cy="229996"/>
            </a:xfrm>
            <a:custGeom>
              <a:avLst/>
              <a:gdLst/>
              <a:ahLst/>
              <a:cxnLst/>
              <a:rect l="l" t="t" r="r" b="b"/>
              <a:pathLst>
                <a:path w="8160" h="4707" fill="none" extrusionOk="0">
                  <a:moveTo>
                    <a:pt x="8159" y="4706"/>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38"/>
            <p:cNvSpPr/>
            <p:nvPr/>
          </p:nvSpPr>
          <p:spPr>
            <a:xfrm>
              <a:off x="2777315" y="466636"/>
              <a:ext cx="444893" cy="119713"/>
            </a:xfrm>
            <a:custGeom>
              <a:avLst/>
              <a:gdLst/>
              <a:ahLst/>
              <a:cxnLst/>
              <a:rect l="l" t="t" r="r" b="b"/>
              <a:pathLst>
                <a:path w="9105" h="2450" fill="none" extrusionOk="0">
                  <a:moveTo>
                    <a:pt x="9104" y="2449"/>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38"/>
            <p:cNvSpPr/>
            <p:nvPr/>
          </p:nvSpPr>
          <p:spPr>
            <a:xfrm>
              <a:off x="2781077" y="417626"/>
              <a:ext cx="460920" cy="49"/>
            </a:xfrm>
            <a:custGeom>
              <a:avLst/>
              <a:gdLst/>
              <a:ahLst/>
              <a:cxnLst/>
              <a:rect l="l" t="t" r="r" b="b"/>
              <a:pathLst>
                <a:path w="9433" h="1" fill="none" extrusionOk="0">
                  <a:moveTo>
                    <a:pt x="9432" y="0"/>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8"/>
            <p:cNvSpPr/>
            <p:nvPr/>
          </p:nvSpPr>
          <p:spPr>
            <a:xfrm>
              <a:off x="2771696" y="249880"/>
              <a:ext cx="444844" cy="119713"/>
            </a:xfrm>
            <a:custGeom>
              <a:avLst/>
              <a:gdLst/>
              <a:ahLst/>
              <a:cxnLst/>
              <a:rect l="l" t="t" r="r" b="b"/>
              <a:pathLst>
                <a:path w="9104" h="2450" fill="none" extrusionOk="0">
                  <a:moveTo>
                    <a:pt x="9103" y="0"/>
                  </a:moveTo>
                  <a:lnTo>
                    <a:pt x="0" y="245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8"/>
            <p:cNvSpPr/>
            <p:nvPr/>
          </p:nvSpPr>
          <p:spPr>
            <a:xfrm>
              <a:off x="2750929" y="94350"/>
              <a:ext cx="398718" cy="230973"/>
            </a:xfrm>
            <a:custGeom>
              <a:avLst/>
              <a:gdLst/>
              <a:ahLst/>
              <a:cxnLst/>
              <a:rect l="l" t="t" r="r" b="b"/>
              <a:pathLst>
                <a:path w="8160" h="4727" fill="none" extrusionOk="0">
                  <a:moveTo>
                    <a:pt x="8159" y="1"/>
                  </a:moveTo>
                  <a:lnTo>
                    <a:pt x="1" y="472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38"/>
            <p:cNvSpPr/>
            <p:nvPr/>
          </p:nvSpPr>
          <p:spPr>
            <a:xfrm>
              <a:off x="2717947" y="-38508"/>
              <a:ext cx="326108" cy="326108"/>
            </a:xfrm>
            <a:custGeom>
              <a:avLst/>
              <a:gdLst/>
              <a:ahLst/>
              <a:cxnLst/>
              <a:rect l="l" t="t" r="r" b="b"/>
              <a:pathLst>
                <a:path w="6674" h="6674" fill="none" extrusionOk="0">
                  <a:moveTo>
                    <a:pt x="6674" y="0"/>
                  </a:moveTo>
                  <a:lnTo>
                    <a:pt x="1" y="667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38"/>
            <p:cNvSpPr/>
            <p:nvPr/>
          </p:nvSpPr>
          <p:spPr>
            <a:xfrm>
              <a:off x="2677439" y="-139361"/>
              <a:ext cx="229996" cy="399646"/>
            </a:xfrm>
            <a:custGeom>
              <a:avLst/>
              <a:gdLst/>
              <a:ahLst/>
              <a:cxnLst/>
              <a:rect l="l" t="t" r="r" b="b"/>
              <a:pathLst>
                <a:path w="4707" h="8179" fill="none" extrusionOk="0">
                  <a:moveTo>
                    <a:pt x="4706" y="1"/>
                  </a:moveTo>
                  <a:lnTo>
                    <a:pt x="0" y="817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38"/>
            <p:cNvSpPr/>
            <p:nvPr/>
          </p:nvSpPr>
          <p:spPr>
            <a:xfrm>
              <a:off x="2631264" y="-201563"/>
              <a:ext cx="118785" cy="444893"/>
            </a:xfrm>
            <a:custGeom>
              <a:avLst/>
              <a:gdLst/>
              <a:ahLst/>
              <a:cxnLst/>
              <a:rect l="l" t="t" r="r" b="b"/>
              <a:pathLst>
                <a:path w="2431" h="9105" fill="none" extrusionOk="0">
                  <a:moveTo>
                    <a:pt x="2430" y="1"/>
                  </a:moveTo>
                  <a:lnTo>
                    <a:pt x="0" y="910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8"/>
            <p:cNvSpPr/>
            <p:nvPr/>
          </p:nvSpPr>
          <p:spPr>
            <a:xfrm>
              <a:off x="2607712" y="-215684"/>
              <a:ext cx="62251" cy="456180"/>
            </a:xfrm>
            <a:custGeom>
              <a:avLst/>
              <a:gdLst/>
              <a:ahLst/>
              <a:cxnLst/>
              <a:rect l="l" t="t" r="r" b="b"/>
              <a:pathLst>
                <a:path w="1274" h="9336" fill="none" extrusionOk="0">
                  <a:moveTo>
                    <a:pt x="1273" y="0"/>
                  </a:moveTo>
                  <a:lnTo>
                    <a:pt x="0" y="933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8"/>
            <p:cNvSpPr/>
            <p:nvPr/>
          </p:nvSpPr>
          <p:spPr>
            <a:xfrm>
              <a:off x="2500263" y="-213779"/>
              <a:ext cx="57511" cy="457109"/>
            </a:xfrm>
            <a:custGeom>
              <a:avLst/>
              <a:gdLst/>
              <a:ahLst/>
              <a:cxnLst/>
              <a:rect l="l" t="t" r="r" b="b"/>
              <a:pathLst>
                <a:path w="1177" h="9355" fill="none" extrusionOk="0">
                  <a:moveTo>
                    <a:pt x="1" y="0"/>
                  </a:moveTo>
                  <a:lnTo>
                    <a:pt x="1177" y="935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8"/>
            <p:cNvSpPr/>
            <p:nvPr/>
          </p:nvSpPr>
          <p:spPr>
            <a:xfrm>
              <a:off x="2337208" y="-168580"/>
              <a:ext cx="174390" cy="426961"/>
            </a:xfrm>
            <a:custGeom>
              <a:avLst/>
              <a:gdLst/>
              <a:ahLst/>
              <a:cxnLst/>
              <a:rect l="l" t="t" r="r" b="b"/>
              <a:pathLst>
                <a:path w="3569" h="8738" fill="none" extrusionOk="0">
                  <a:moveTo>
                    <a:pt x="1" y="1"/>
                  </a:moveTo>
                  <a:lnTo>
                    <a:pt x="3569" y="873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38"/>
            <p:cNvSpPr/>
            <p:nvPr/>
          </p:nvSpPr>
          <p:spPr>
            <a:xfrm>
              <a:off x="2191157" y="-81849"/>
              <a:ext cx="279005" cy="366615"/>
            </a:xfrm>
            <a:custGeom>
              <a:avLst/>
              <a:gdLst/>
              <a:ahLst/>
              <a:cxnLst/>
              <a:rect l="l" t="t" r="r" b="b"/>
              <a:pathLst>
                <a:path w="5710" h="7503" fill="none" extrusionOk="0">
                  <a:moveTo>
                    <a:pt x="0" y="0"/>
                  </a:moveTo>
                  <a:lnTo>
                    <a:pt x="5709" y="750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38"/>
            <p:cNvSpPr/>
            <p:nvPr/>
          </p:nvSpPr>
          <p:spPr>
            <a:xfrm>
              <a:off x="2072420" y="39722"/>
              <a:ext cx="364759" cy="281790"/>
            </a:xfrm>
            <a:custGeom>
              <a:avLst/>
              <a:gdLst/>
              <a:ahLst/>
              <a:cxnLst/>
              <a:rect l="l" t="t" r="r" b="b"/>
              <a:pathLst>
                <a:path w="7465" h="5767" fill="none" extrusionOk="0">
                  <a:moveTo>
                    <a:pt x="0" y="0"/>
                  </a:moveTo>
                  <a:lnTo>
                    <a:pt x="7464" y="5767"/>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38"/>
            <p:cNvSpPr/>
            <p:nvPr/>
          </p:nvSpPr>
          <p:spPr>
            <a:xfrm>
              <a:off x="1989500" y="187678"/>
              <a:ext cx="425055" cy="178153"/>
            </a:xfrm>
            <a:custGeom>
              <a:avLst/>
              <a:gdLst/>
              <a:ahLst/>
              <a:cxnLst/>
              <a:rect l="l" t="t" r="r" b="b"/>
              <a:pathLst>
                <a:path w="8699" h="3646" fill="none" extrusionOk="0">
                  <a:moveTo>
                    <a:pt x="0" y="0"/>
                  </a:moveTo>
                  <a:lnTo>
                    <a:pt x="8698" y="3645"/>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38"/>
            <p:cNvSpPr/>
            <p:nvPr/>
          </p:nvSpPr>
          <p:spPr>
            <a:xfrm>
              <a:off x="1948016" y="351662"/>
              <a:ext cx="456180" cy="62251"/>
            </a:xfrm>
            <a:custGeom>
              <a:avLst/>
              <a:gdLst/>
              <a:ahLst/>
              <a:cxnLst/>
              <a:rect l="l" t="t" r="r" b="b"/>
              <a:pathLst>
                <a:path w="9336" h="1274" fill="none" extrusionOk="0">
                  <a:moveTo>
                    <a:pt x="1" y="0"/>
                  </a:moveTo>
                  <a:lnTo>
                    <a:pt x="9335" y="1273"/>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38"/>
            <p:cNvSpPr/>
            <p:nvPr/>
          </p:nvSpPr>
          <p:spPr>
            <a:xfrm>
              <a:off x="1949921" y="462824"/>
              <a:ext cx="457109" cy="58488"/>
            </a:xfrm>
            <a:custGeom>
              <a:avLst/>
              <a:gdLst/>
              <a:ahLst/>
              <a:cxnLst/>
              <a:rect l="l" t="t" r="r" b="b"/>
              <a:pathLst>
                <a:path w="9355" h="1197" fill="none" extrusionOk="0">
                  <a:moveTo>
                    <a:pt x="0" y="1197"/>
                  </a:moveTo>
                  <a:lnTo>
                    <a:pt x="9354"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8"/>
            <p:cNvSpPr/>
            <p:nvPr/>
          </p:nvSpPr>
          <p:spPr>
            <a:xfrm>
              <a:off x="1996097" y="509977"/>
              <a:ext cx="425983" cy="174390"/>
            </a:xfrm>
            <a:custGeom>
              <a:avLst/>
              <a:gdLst/>
              <a:ahLst/>
              <a:cxnLst/>
              <a:rect l="l" t="t" r="r" b="b"/>
              <a:pathLst>
                <a:path w="8718" h="3569" fill="none" extrusionOk="0">
                  <a:moveTo>
                    <a:pt x="0" y="3568"/>
                  </a:moveTo>
                  <a:lnTo>
                    <a:pt x="8718"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38"/>
            <p:cNvSpPr/>
            <p:nvPr/>
          </p:nvSpPr>
          <p:spPr>
            <a:xfrm>
              <a:off x="2081851" y="551413"/>
              <a:ext cx="367593" cy="279005"/>
            </a:xfrm>
            <a:custGeom>
              <a:avLst/>
              <a:gdLst/>
              <a:ahLst/>
              <a:cxnLst/>
              <a:rect l="l" t="t" r="r" b="b"/>
              <a:pathLst>
                <a:path w="7523" h="5710" fill="none" extrusionOk="0">
                  <a:moveTo>
                    <a:pt x="0" y="5710"/>
                  </a:moveTo>
                  <a:lnTo>
                    <a:pt x="7522"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38"/>
            <p:cNvSpPr/>
            <p:nvPr/>
          </p:nvSpPr>
          <p:spPr>
            <a:xfrm>
              <a:off x="2203422" y="584395"/>
              <a:ext cx="281790" cy="363830"/>
            </a:xfrm>
            <a:custGeom>
              <a:avLst/>
              <a:gdLst/>
              <a:ahLst/>
              <a:cxnLst/>
              <a:rect l="l" t="t" r="r" b="b"/>
              <a:pathLst>
                <a:path w="5767" h="7446" fill="none" extrusionOk="0">
                  <a:moveTo>
                    <a:pt x="0" y="7446"/>
                  </a:moveTo>
                  <a:lnTo>
                    <a:pt x="5767"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8"/>
            <p:cNvSpPr/>
            <p:nvPr/>
          </p:nvSpPr>
          <p:spPr>
            <a:xfrm>
              <a:off x="2351378" y="607018"/>
              <a:ext cx="178153" cy="424126"/>
            </a:xfrm>
            <a:custGeom>
              <a:avLst/>
              <a:gdLst/>
              <a:ahLst/>
              <a:cxnLst/>
              <a:rect l="l" t="t" r="r" b="b"/>
              <a:pathLst>
                <a:path w="3646" h="8680" fill="none" extrusionOk="0">
                  <a:moveTo>
                    <a:pt x="0" y="8680"/>
                  </a:moveTo>
                  <a:lnTo>
                    <a:pt x="3645"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38"/>
            <p:cNvSpPr/>
            <p:nvPr/>
          </p:nvSpPr>
          <p:spPr>
            <a:xfrm>
              <a:off x="2515362" y="616449"/>
              <a:ext cx="62251" cy="457109"/>
            </a:xfrm>
            <a:custGeom>
              <a:avLst/>
              <a:gdLst/>
              <a:ahLst/>
              <a:cxnLst/>
              <a:rect l="l" t="t" r="r" b="b"/>
              <a:pathLst>
                <a:path w="1274" h="9355" fill="none" extrusionOk="0">
                  <a:moveTo>
                    <a:pt x="0" y="9355"/>
                  </a:moveTo>
                  <a:lnTo>
                    <a:pt x="1273"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8"/>
            <p:cNvSpPr/>
            <p:nvPr/>
          </p:nvSpPr>
          <p:spPr>
            <a:xfrm>
              <a:off x="2626524" y="614592"/>
              <a:ext cx="58488" cy="457109"/>
            </a:xfrm>
            <a:custGeom>
              <a:avLst/>
              <a:gdLst/>
              <a:ahLst/>
              <a:cxnLst/>
              <a:rect l="l" t="t" r="r" b="b"/>
              <a:pathLst>
                <a:path w="1197" h="9355" fill="none" extrusionOk="0">
                  <a:moveTo>
                    <a:pt x="1197" y="9354"/>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8"/>
            <p:cNvSpPr/>
            <p:nvPr/>
          </p:nvSpPr>
          <p:spPr>
            <a:xfrm>
              <a:off x="2673677" y="598565"/>
              <a:ext cx="174390" cy="426961"/>
            </a:xfrm>
            <a:custGeom>
              <a:avLst/>
              <a:gdLst/>
              <a:ahLst/>
              <a:cxnLst/>
              <a:rect l="l" t="t" r="r" b="b"/>
              <a:pathLst>
                <a:path w="3569" h="8738" fill="none" extrusionOk="0">
                  <a:moveTo>
                    <a:pt x="3568" y="8737"/>
                  </a:moveTo>
                  <a:lnTo>
                    <a:pt x="0"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8"/>
            <p:cNvSpPr/>
            <p:nvPr/>
          </p:nvSpPr>
          <p:spPr>
            <a:xfrm>
              <a:off x="2715113" y="572179"/>
              <a:ext cx="279005" cy="366615"/>
            </a:xfrm>
            <a:custGeom>
              <a:avLst/>
              <a:gdLst/>
              <a:ahLst/>
              <a:cxnLst/>
              <a:rect l="l" t="t" r="r" b="b"/>
              <a:pathLst>
                <a:path w="5710" h="7503" fill="none" extrusionOk="0">
                  <a:moveTo>
                    <a:pt x="5710" y="7503"/>
                  </a:moveTo>
                  <a:lnTo>
                    <a:pt x="1" y="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8"/>
            <p:cNvSpPr/>
            <p:nvPr/>
          </p:nvSpPr>
          <p:spPr>
            <a:xfrm>
              <a:off x="2748095" y="535386"/>
              <a:ext cx="364759" cy="281839"/>
            </a:xfrm>
            <a:custGeom>
              <a:avLst/>
              <a:gdLst/>
              <a:ahLst/>
              <a:cxnLst/>
              <a:rect l="l" t="t" r="r" b="b"/>
              <a:pathLst>
                <a:path w="7465" h="5768" fill="none" extrusionOk="0">
                  <a:moveTo>
                    <a:pt x="7465" y="5768"/>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8"/>
            <p:cNvSpPr/>
            <p:nvPr/>
          </p:nvSpPr>
          <p:spPr>
            <a:xfrm>
              <a:off x="2770718" y="491116"/>
              <a:ext cx="424126" cy="179081"/>
            </a:xfrm>
            <a:custGeom>
              <a:avLst/>
              <a:gdLst/>
              <a:ahLst/>
              <a:cxnLst/>
              <a:rect l="l" t="t" r="r" b="b"/>
              <a:pathLst>
                <a:path w="8680" h="3665" fill="none" extrusionOk="0">
                  <a:moveTo>
                    <a:pt x="8680" y="3665"/>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8"/>
            <p:cNvSpPr/>
            <p:nvPr/>
          </p:nvSpPr>
          <p:spPr>
            <a:xfrm>
              <a:off x="2781077" y="443035"/>
              <a:ext cx="456180" cy="62251"/>
            </a:xfrm>
            <a:custGeom>
              <a:avLst/>
              <a:gdLst/>
              <a:ahLst/>
              <a:cxnLst/>
              <a:rect l="l" t="t" r="r" b="b"/>
              <a:pathLst>
                <a:path w="9336" h="1274" fill="none" extrusionOk="0">
                  <a:moveTo>
                    <a:pt x="9336" y="1274"/>
                  </a:moveTo>
                  <a:lnTo>
                    <a:pt x="1" y="1"/>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8"/>
            <p:cNvSpPr/>
            <p:nvPr/>
          </p:nvSpPr>
          <p:spPr>
            <a:xfrm>
              <a:off x="2778292" y="335635"/>
              <a:ext cx="457109" cy="58440"/>
            </a:xfrm>
            <a:custGeom>
              <a:avLst/>
              <a:gdLst/>
              <a:ahLst/>
              <a:cxnLst/>
              <a:rect l="l" t="t" r="r" b="b"/>
              <a:pathLst>
                <a:path w="9355" h="1196" fill="none" extrusionOk="0">
                  <a:moveTo>
                    <a:pt x="9354" y="0"/>
                  </a:moveTo>
                  <a:lnTo>
                    <a:pt x="0" y="1196"/>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8"/>
            <p:cNvSpPr/>
            <p:nvPr/>
          </p:nvSpPr>
          <p:spPr>
            <a:xfrm>
              <a:off x="2763194" y="172579"/>
              <a:ext cx="426032" cy="174390"/>
            </a:xfrm>
            <a:custGeom>
              <a:avLst/>
              <a:gdLst/>
              <a:ahLst/>
              <a:cxnLst/>
              <a:rect l="l" t="t" r="r" b="b"/>
              <a:pathLst>
                <a:path w="8719" h="3569" fill="none" extrusionOk="0">
                  <a:moveTo>
                    <a:pt x="8718" y="1"/>
                  </a:moveTo>
                  <a:lnTo>
                    <a:pt x="1" y="3569"/>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8"/>
            <p:cNvSpPr/>
            <p:nvPr/>
          </p:nvSpPr>
          <p:spPr>
            <a:xfrm>
              <a:off x="2735879" y="27457"/>
              <a:ext cx="366615" cy="278076"/>
            </a:xfrm>
            <a:custGeom>
              <a:avLst/>
              <a:gdLst/>
              <a:ahLst/>
              <a:cxnLst/>
              <a:rect l="l" t="t" r="r" b="b"/>
              <a:pathLst>
                <a:path w="7503" h="5691" fill="none" extrusionOk="0">
                  <a:moveTo>
                    <a:pt x="7503" y="0"/>
                  </a:moveTo>
                  <a:lnTo>
                    <a:pt x="0" y="5690"/>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8"/>
            <p:cNvSpPr/>
            <p:nvPr/>
          </p:nvSpPr>
          <p:spPr>
            <a:xfrm>
              <a:off x="2699135" y="-91280"/>
              <a:ext cx="282767" cy="364759"/>
            </a:xfrm>
            <a:custGeom>
              <a:avLst/>
              <a:gdLst/>
              <a:ahLst/>
              <a:cxnLst/>
              <a:rect l="l" t="t" r="r" b="b"/>
              <a:pathLst>
                <a:path w="5787" h="7465" fill="none" extrusionOk="0">
                  <a:moveTo>
                    <a:pt x="5786" y="0"/>
                  </a:moveTo>
                  <a:lnTo>
                    <a:pt x="0" y="7464"/>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8"/>
            <p:cNvSpPr/>
            <p:nvPr/>
          </p:nvSpPr>
          <p:spPr>
            <a:xfrm>
              <a:off x="2655744" y="-174200"/>
              <a:ext cx="178153" cy="425055"/>
            </a:xfrm>
            <a:custGeom>
              <a:avLst/>
              <a:gdLst/>
              <a:ahLst/>
              <a:cxnLst/>
              <a:rect l="l" t="t" r="r" b="b"/>
              <a:pathLst>
                <a:path w="3646" h="8699" fill="none" extrusionOk="0">
                  <a:moveTo>
                    <a:pt x="3646" y="0"/>
                  </a:moveTo>
                  <a:lnTo>
                    <a:pt x="1" y="8698"/>
                  </a:lnTo>
                </a:path>
              </a:pathLst>
            </a:custGeom>
            <a:solidFill>
              <a:schemeClr val="lt1"/>
            </a:solidFill>
            <a:ln w="9525" cap="flat" cmpd="sng">
              <a:solidFill>
                <a:srgbClr val="FFFFFF"/>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3" name="Google Shape;1703;p38"/>
          <p:cNvGrpSpPr/>
          <p:nvPr/>
        </p:nvGrpSpPr>
        <p:grpSpPr>
          <a:xfrm flipH="1">
            <a:off x="-467701" y="3429220"/>
            <a:ext cx="1965289" cy="517060"/>
            <a:chOff x="3539975" y="3523525"/>
            <a:chExt cx="745925" cy="196250"/>
          </a:xfrm>
        </p:grpSpPr>
        <p:sp>
          <p:nvSpPr>
            <p:cNvPr id="1704" name="Google Shape;1704;p38"/>
            <p:cNvSpPr/>
            <p:nvPr/>
          </p:nvSpPr>
          <p:spPr>
            <a:xfrm>
              <a:off x="353997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8"/>
            <p:cNvSpPr/>
            <p:nvPr/>
          </p:nvSpPr>
          <p:spPr>
            <a:xfrm>
              <a:off x="35766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8"/>
            <p:cNvSpPr/>
            <p:nvPr/>
          </p:nvSpPr>
          <p:spPr>
            <a:xfrm>
              <a:off x="36132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8"/>
            <p:cNvSpPr/>
            <p:nvPr/>
          </p:nvSpPr>
          <p:spPr>
            <a:xfrm>
              <a:off x="36499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8"/>
            <p:cNvSpPr/>
            <p:nvPr/>
          </p:nvSpPr>
          <p:spPr>
            <a:xfrm>
              <a:off x="3686550"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8"/>
            <p:cNvSpPr/>
            <p:nvPr/>
          </p:nvSpPr>
          <p:spPr>
            <a:xfrm>
              <a:off x="37232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8"/>
            <p:cNvSpPr/>
            <p:nvPr/>
          </p:nvSpPr>
          <p:spPr>
            <a:xfrm>
              <a:off x="3759825"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8"/>
            <p:cNvSpPr/>
            <p:nvPr/>
          </p:nvSpPr>
          <p:spPr>
            <a:xfrm>
              <a:off x="379647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8"/>
            <p:cNvSpPr/>
            <p:nvPr/>
          </p:nvSpPr>
          <p:spPr>
            <a:xfrm>
              <a:off x="3833125"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8"/>
            <p:cNvSpPr/>
            <p:nvPr/>
          </p:nvSpPr>
          <p:spPr>
            <a:xfrm>
              <a:off x="3869775" y="3523525"/>
              <a:ext cx="196275" cy="196250"/>
            </a:xfrm>
            <a:custGeom>
              <a:avLst/>
              <a:gdLst/>
              <a:ahLst/>
              <a:cxnLst/>
              <a:rect l="l" t="t" r="r" b="b"/>
              <a:pathLst>
                <a:path w="7851"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8"/>
            <p:cNvSpPr/>
            <p:nvPr/>
          </p:nvSpPr>
          <p:spPr>
            <a:xfrm>
              <a:off x="3906425"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8"/>
            <p:cNvSpPr/>
            <p:nvPr/>
          </p:nvSpPr>
          <p:spPr>
            <a:xfrm>
              <a:off x="3943050" y="3523525"/>
              <a:ext cx="196275" cy="196250"/>
            </a:xfrm>
            <a:custGeom>
              <a:avLst/>
              <a:gdLst/>
              <a:ahLst/>
              <a:cxnLst/>
              <a:rect l="l" t="t" r="r" b="b"/>
              <a:pathLst>
                <a:path w="7851" h="7850" fill="none" extrusionOk="0">
                  <a:moveTo>
                    <a:pt x="1" y="0"/>
                  </a:moveTo>
                  <a:lnTo>
                    <a:pt x="7851"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8"/>
            <p:cNvSpPr/>
            <p:nvPr/>
          </p:nvSpPr>
          <p:spPr>
            <a:xfrm>
              <a:off x="397970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8"/>
            <p:cNvSpPr/>
            <p:nvPr/>
          </p:nvSpPr>
          <p:spPr>
            <a:xfrm>
              <a:off x="4016350" y="3523525"/>
              <a:ext cx="196275" cy="196250"/>
            </a:xfrm>
            <a:custGeom>
              <a:avLst/>
              <a:gdLst/>
              <a:ahLst/>
              <a:cxnLst/>
              <a:rect l="l" t="t" r="r" b="b"/>
              <a:pathLst>
                <a:path w="7851" h="7850" fill="none" extrusionOk="0">
                  <a:moveTo>
                    <a:pt x="1"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8"/>
            <p:cNvSpPr/>
            <p:nvPr/>
          </p:nvSpPr>
          <p:spPr>
            <a:xfrm>
              <a:off x="405300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8"/>
            <p:cNvSpPr/>
            <p:nvPr/>
          </p:nvSpPr>
          <p:spPr>
            <a:xfrm>
              <a:off x="4089650" y="3523525"/>
              <a:ext cx="196250" cy="196250"/>
            </a:xfrm>
            <a:custGeom>
              <a:avLst/>
              <a:gdLst/>
              <a:ahLst/>
              <a:cxnLst/>
              <a:rect l="l" t="t" r="r" b="b"/>
              <a:pathLst>
                <a:path w="7850" h="7850" fill="none" extrusionOk="0">
                  <a:moveTo>
                    <a:pt x="0" y="0"/>
                  </a:moveTo>
                  <a:lnTo>
                    <a:pt x="7850" y="7850"/>
                  </a:lnTo>
                </a:path>
              </a:pathLst>
            </a:custGeom>
            <a:solidFill>
              <a:schemeClr val="lt1"/>
            </a:solidFill>
            <a:ln w="9525" cap="flat" cmpd="sng">
              <a:solidFill>
                <a:schemeClr val="lt1"/>
              </a:solidFill>
              <a:prstDash val="solid"/>
              <a:miter lim="1928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720" name="Google Shape;1720;p38"/>
          <p:cNvPicPr preferRelativeResize="0"/>
          <p:nvPr/>
        </p:nvPicPr>
        <p:blipFill>
          <a:blip r:embed="rId4">
            <a:alphaModFix/>
          </a:blip>
          <a:stretch>
            <a:fillRect/>
          </a:stretch>
        </p:blipFill>
        <p:spPr>
          <a:xfrm flipH="1">
            <a:off x="-403499" y="-646075"/>
            <a:ext cx="2527512" cy="268125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500" y="538250"/>
            <a:ext cx="7713000" cy="479400"/>
          </a:xfrm>
          <a:prstGeom prst="rect">
            <a:avLst/>
          </a:prstGeom>
          <a:noFill/>
          <a:ln>
            <a:noFill/>
          </a:ln>
        </p:spPr>
        <p:txBody>
          <a:bodyPr spcFirstLastPara="1" wrap="square" lIns="91425" tIns="0" rIns="91425" bIns="91425" anchor="t" anchorCtr="0">
            <a:noAutofit/>
          </a:bodyPr>
          <a:lstStyle>
            <a:lvl1pPr lvl="0">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1pPr>
            <a:lvl2pPr lvl="1">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2pPr>
            <a:lvl3pPr lvl="2">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3pPr>
            <a:lvl4pPr lvl="3">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4pPr>
            <a:lvl5pPr lvl="4">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5pPr>
            <a:lvl6pPr lvl="5">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6pPr>
            <a:lvl7pPr lvl="6">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7pPr>
            <a:lvl8pPr lvl="7">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8pPr>
            <a:lvl9pPr lvl="8">
              <a:spcBef>
                <a:spcPts val="0"/>
              </a:spcBef>
              <a:spcAft>
                <a:spcPts val="0"/>
              </a:spcAft>
              <a:buClr>
                <a:schemeClr val="lt1"/>
              </a:buClr>
              <a:buSzPts val="2900"/>
              <a:buFont typeface="Aldrich"/>
              <a:buNone/>
              <a:defRPr sz="2900">
                <a:solidFill>
                  <a:schemeClr val="lt1"/>
                </a:solidFill>
                <a:latin typeface="Aldrich"/>
                <a:ea typeface="Aldrich"/>
                <a:cs typeface="Aldrich"/>
                <a:sym typeface="Aldrich"/>
              </a:defRPr>
            </a:lvl9pPr>
          </a:lstStyle>
          <a:p>
            <a:endParaRPr/>
          </a:p>
        </p:txBody>
      </p:sp>
      <p:sp>
        <p:nvSpPr>
          <p:cNvPr id="7" name="Google Shape;7;p1"/>
          <p:cNvSpPr txBox="1">
            <a:spLocks noGrp="1"/>
          </p:cNvSpPr>
          <p:nvPr>
            <p:ph type="body" idx="1"/>
          </p:nvPr>
        </p:nvSpPr>
        <p:spPr>
          <a:xfrm>
            <a:off x="715550" y="1152475"/>
            <a:ext cx="7713000" cy="34527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1pPr>
            <a:lvl2pPr marL="914400" lvl="1"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2pPr>
            <a:lvl3pPr marL="1371600" lvl="2"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3pPr>
            <a:lvl4pPr marL="1828800" lvl="3"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4pPr>
            <a:lvl5pPr marL="2286000" lvl="4"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5pPr>
            <a:lvl6pPr marL="2743200" lvl="5"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6pPr>
            <a:lvl7pPr marL="3200400" lvl="6"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7pPr>
            <a:lvl8pPr marL="3657600" lvl="7"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8pPr>
            <a:lvl9pPr marL="4114800" lvl="8" indent="-317500">
              <a:lnSpc>
                <a:spcPct val="115000"/>
              </a:lnSpc>
              <a:spcBef>
                <a:spcPts val="0"/>
              </a:spcBef>
              <a:spcAft>
                <a:spcPts val="0"/>
              </a:spcAft>
              <a:buClr>
                <a:schemeClr val="lt1"/>
              </a:buClr>
              <a:buSzPts val="1400"/>
              <a:buFont typeface="Bai Jamjuree"/>
              <a:buChar char="■"/>
              <a:defRPr>
                <a:solidFill>
                  <a:schemeClr val="lt1"/>
                </a:solidFill>
                <a:latin typeface="Bai Jamjuree"/>
                <a:ea typeface="Bai Jamjuree"/>
                <a:cs typeface="Bai Jamjuree"/>
                <a:sym typeface="Bai Jamjuree"/>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 id="2147483667" r:id="rId16"/>
    <p:sldLayoutId id="2147483671" r:id="rId17"/>
    <p:sldLayoutId id="2147483672" r:id="rId18"/>
    <p:sldLayoutId id="2147483675" r:id="rId19"/>
    <p:sldLayoutId id="2147483676" r:id="rId20"/>
    <p:sldLayoutId id="2147483677" r:id="rId21"/>
    <p:sldLayoutId id="2147483678" r:id="rId22"/>
    <p:sldLayoutId id="2147483679" r:id="rId23"/>
    <p:sldLayoutId id="2147483680" r:id="rId24"/>
    <p:sldLayoutId id="2147483681" r:id="rId25"/>
    <p:sldLayoutId id="2147483682" r:id="rId26"/>
    <p:sldLayoutId id="2147483683" r:id="rId27"/>
    <p:sldLayoutId id="2147483684" r:id="rId2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30"/>
        <p:cNvGrpSpPr/>
        <p:nvPr/>
      </p:nvGrpSpPr>
      <p:grpSpPr>
        <a:xfrm>
          <a:off x="0" y="0"/>
          <a:ext cx="0" cy="0"/>
          <a:chOff x="0" y="0"/>
          <a:chExt cx="0" cy="0"/>
        </a:xfrm>
      </p:grpSpPr>
      <p:sp>
        <p:nvSpPr>
          <p:cNvPr id="1831" name="Google Shape;1831;p53"/>
          <p:cNvSpPr txBox="1">
            <a:spLocks noGrp="1"/>
          </p:cNvSpPr>
          <p:nvPr>
            <p:ph type="title"/>
          </p:nvPr>
        </p:nvSpPr>
        <p:spPr>
          <a:xfrm>
            <a:off x="1372800" y="2651475"/>
            <a:ext cx="6398400" cy="841800"/>
          </a:xfrm>
          <a:prstGeom prst="rect">
            <a:avLst/>
          </a:prstGeom>
        </p:spPr>
        <p:txBody>
          <a:bodyPr spcFirstLastPara="1" wrap="square" lIns="91425" tIns="0" rIns="91425" bIns="91425" anchor="ctr" anchorCtr="0">
            <a:noAutofit/>
          </a:bodyPr>
          <a:lstStyle/>
          <a:p>
            <a:pPr marL="0" lvl="0" indent="0" algn="l" rtl="0">
              <a:spcBef>
                <a:spcPts val="0"/>
              </a:spcBef>
              <a:spcAft>
                <a:spcPts val="0"/>
              </a:spcAft>
              <a:buNone/>
            </a:pPr>
            <a:r>
              <a:rPr lang="en" sz="3100">
                <a:solidFill>
                  <a:schemeClr val="dk2"/>
                </a:solidFill>
              </a:rPr>
              <a:t>SVM(Support Vector Machine)</a:t>
            </a:r>
            <a:endParaRPr sz="4600"/>
          </a:p>
        </p:txBody>
      </p:sp>
      <p:sp>
        <p:nvSpPr>
          <p:cNvPr id="1832" name="Google Shape;1832;p53"/>
          <p:cNvSpPr txBox="1">
            <a:spLocks noGrp="1"/>
          </p:cNvSpPr>
          <p:nvPr>
            <p:ph type="title" idx="2"/>
          </p:nvPr>
        </p:nvSpPr>
        <p:spPr>
          <a:xfrm>
            <a:off x="2748300" y="965501"/>
            <a:ext cx="3647400" cy="15999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en"/>
              <a:t>02</a:t>
            </a:r>
            <a:endParaRPr/>
          </a:p>
        </p:txBody>
      </p:sp>
      <p:grpSp>
        <p:nvGrpSpPr>
          <p:cNvPr id="1833" name="Google Shape;1833;p53"/>
          <p:cNvGrpSpPr/>
          <p:nvPr/>
        </p:nvGrpSpPr>
        <p:grpSpPr>
          <a:xfrm flipH="1">
            <a:off x="2124013" y="1936921"/>
            <a:ext cx="793256" cy="182899"/>
            <a:chOff x="2685575" y="2835950"/>
            <a:chExt cx="433000" cy="99825"/>
          </a:xfrm>
        </p:grpSpPr>
        <p:sp>
          <p:nvSpPr>
            <p:cNvPr id="1834" name="Google Shape;1834;p53"/>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3"/>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3"/>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3"/>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38" name="Google Shape;1838;p53"/>
          <p:cNvSpPr/>
          <p:nvPr/>
        </p:nvSpPr>
        <p:spPr>
          <a:xfrm rot="10800000" flipH="1">
            <a:off x="6498641" y="596700"/>
            <a:ext cx="825452" cy="1673688"/>
          </a:xfrm>
          <a:custGeom>
            <a:avLst/>
            <a:gdLst/>
            <a:ahLst/>
            <a:cxnLst/>
            <a:rect l="l" t="t" r="r" b="b"/>
            <a:pathLst>
              <a:path w="16883" h="34232" fill="none" extrusionOk="0">
                <a:moveTo>
                  <a:pt x="16882" y="34232"/>
                </a:moveTo>
                <a:cubicBezTo>
                  <a:pt x="7517" y="34109"/>
                  <a:pt x="1" y="26494"/>
                  <a:pt x="1" y="17129"/>
                </a:cubicBezTo>
                <a:cubicBezTo>
                  <a:pt x="1" y="7764"/>
                  <a:pt x="7517" y="124"/>
                  <a:pt x="16882" y="1"/>
                </a:cubicBezTo>
              </a:path>
            </a:pathLst>
          </a:custGeom>
          <a:noFill/>
          <a:ln w="85025" cap="flat" cmpd="sng">
            <a:solidFill>
              <a:srgbClr val="FFFFFF"/>
            </a:solidFill>
            <a:prstDash val="solid"/>
            <a:miter lim="2464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3"/>
          <p:cNvSpPr/>
          <p:nvPr/>
        </p:nvSpPr>
        <p:spPr>
          <a:xfrm flipH="1">
            <a:off x="7676711" y="299098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40" name="Google Shape;1840;p53"/>
          <p:cNvCxnSpPr/>
          <p:nvPr/>
        </p:nvCxnSpPr>
        <p:spPr>
          <a:xfrm>
            <a:off x="1968150" y="3579361"/>
            <a:ext cx="52083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44"/>
        <p:cNvGrpSpPr/>
        <p:nvPr/>
      </p:nvGrpSpPr>
      <p:grpSpPr>
        <a:xfrm>
          <a:off x="0" y="0"/>
          <a:ext cx="0" cy="0"/>
          <a:chOff x="0" y="0"/>
          <a:chExt cx="0" cy="0"/>
        </a:xfrm>
      </p:grpSpPr>
      <p:sp>
        <p:nvSpPr>
          <p:cNvPr id="1845" name="Google Shape;1845;p54"/>
          <p:cNvSpPr txBox="1">
            <a:spLocks noGrp="1"/>
          </p:cNvSpPr>
          <p:nvPr>
            <p:ph type="title"/>
          </p:nvPr>
        </p:nvSpPr>
        <p:spPr>
          <a:xfrm>
            <a:off x="1246450" y="581225"/>
            <a:ext cx="6351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a:t>SVM (</a:t>
            </a:r>
            <a:r>
              <a:rPr lang="en">
                <a:solidFill>
                  <a:schemeClr val="accent6"/>
                </a:solidFill>
              </a:rPr>
              <a:t>Support Vector Machine)</a:t>
            </a:r>
            <a:endParaRPr>
              <a:solidFill>
                <a:schemeClr val="accent6"/>
              </a:solidFill>
            </a:endParaRPr>
          </a:p>
        </p:txBody>
      </p:sp>
      <p:pic>
        <p:nvPicPr>
          <p:cNvPr id="1846" name="Google Shape;1846;p54"/>
          <p:cNvPicPr preferRelativeResize="0"/>
          <p:nvPr/>
        </p:nvPicPr>
        <p:blipFill rotWithShape="1">
          <a:blip r:embed="rId3">
            <a:alphaModFix/>
          </a:blip>
          <a:srcRect l="2198" t="13692" r="1795" b="14581"/>
          <a:stretch/>
        </p:blipFill>
        <p:spPr>
          <a:xfrm>
            <a:off x="1954611" y="4040159"/>
            <a:ext cx="5031225" cy="899600"/>
          </a:xfrm>
          <a:prstGeom prst="rect">
            <a:avLst/>
          </a:prstGeom>
          <a:noFill/>
          <a:ln>
            <a:noFill/>
          </a:ln>
        </p:spPr>
      </p:pic>
      <p:sp>
        <p:nvSpPr>
          <p:cNvPr id="1847" name="Google Shape;1847;p54"/>
          <p:cNvSpPr txBox="1"/>
          <p:nvPr/>
        </p:nvSpPr>
        <p:spPr>
          <a:xfrm>
            <a:off x="1119150" y="1303800"/>
            <a:ext cx="6905700" cy="2696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600">
                <a:solidFill>
                  <a:schemeClr val="accent6"/>
                </a:solidFill>
                <a:latin typeface="Bai Jamjuree Medium"/>
                <a:ea typeface="Bai Jamjuree Medium"/>
                <a:cs typeface="Bai Jamjuree Medium"/>
                <a:sym typeface="Bai Jamjuree Medium"/>
              </a:rPr>
              <a:t>Support Vector Machine is a linear model for classification and regression problems. It can </a:t>
            </a:r>
            <a:r>
              <a:rPr lang="en" sz="1600" i="1" u="sng">
                <a:solidFill>
                  <a:schemeClr val="accent6"/>
                </a:solidFill>
                <a:latin typeface="Bai Jamjuree Medium"/>
                <a:ea typeface="Bai Jamjuree Medium"/>
                <a:cs typeface="Bai Jamjuree Medium"/>
                <a:sym typeface="Bai Jamjuree Medium"/>
              </a:rPr>
              <a:t>solve linear and non-linear problems</a:t>
            </a:r>
            <a:r>
              <a:rPr lang="en" sz="1600">
                <a:solidFill>
                  <a:schemeClr val="accent6"/>
                </a:solidFill>
                <a:latin typeface="Bai Jamjuree Medium"/>
                <a:ea typeface="Bai Jamjuree Medium"/>
                <a:cs typeface="Bai Jamjuree Medium"/>
                <a:sym typeface="Bai Jamjuree Medium"/>
              </a:rPr>
              <a:t> and work well for many practical problems. The idea of SVM is simple: </a:t>
            </a:r>
            <a:r>
              <a:rPr lang="en" sz="1600" i="1" u="sng">
                <a:solidFill>
                  <a:schemeClr val="accent6"/>
                </a:solidFill>
                <a:latin typeface="Bai Jamjuree Medium"/>
                <a:ea typeface="Bai Jamjuree Medium"/>
                <a:cs typeface="Bai Jamjuree Medium"/>
                <a:sym typeface="Bai Jamjuree Medium"/>
              </a:rPr>
              <a:t>The algorithm creates a line or a hyperplane which separates the data into classes.</a:t>
            </a:r>
            <a:endParaRPr sz="1600" i="1" u="sng">
              <a:solidFill>
                <a:schemeClr val="accent6"/>
              </a:solidFill>
              <a:latin typeface="Bai Jamjuree Medium"/>
              <a:ea typeface="Bai Jamjuree Medium"/>
              <a:cs typeface="Bai Jamjuree Medium"/>
              <a:sym typeface="Bai Jamjuree Medium"/>
            </a:endParaRPr>
          </a:p>
          <a:p>
            <a:pPr marL="0" lvl="0" indent="0" algn="l" rtl="0">
              <a:lnSpc>
                <a:spcPct val="115000"/>
              </a:lnSpc>
              <a:spcBef>
                <a:spcPts val="0"/>
              </a:spcBef>
              <a:spcAft>
                <a:spcPts val="0"/>
              </a:spcAft>
              <a:buNone/>
            </a:pPr>
            <a:r>
              <a:rPr lang="en" sz="1600">
                <a:solidFill>
                  <a:schemeClr val="accent6"/>
                </a:solidFill>
                <a:latin typeface="Bai Jamjuree Medium"/>
                <a:ea typeface="Bai Jamjuree Medium"/>
                <a:cs typeface="Bai Jamjuree Medium"/>
                <a:sym typeface="Bai Jamjuree Medium"/>
              </a:rPr>
              <a:t>Given a set of training examples, each marked as belonging to one of two categories, an SVM training algorithm builds a model that assigns new examples to one category or the other, making it a non-probabilistic binary linear classifier .</a:t>
            </a:r>
            <a:endParaRPr sz="1600">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51"/>
        <p:cNvGrpSpPr/>
        <p:nvPr/>
      </p:nvGrpSpPr>
      <p:grpSpPr>
        <a:xfrm>
          <a:off x="0" y="0"/>
          <a:ext cx="0" cy="0"/>
          <a:chOff x="0" y="0"/>
          <a:chExt cx="0" cy="0"/>
        </a:xfrm>
      </p:grpSpPr>
      <p:sp>
        <p:nvSpPr>
          <p:cNvPr id="1852" name="Google Shape;1852;p55"/>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b="1"/>
              <a:t>Applications of SVM in Real Life -</a:t>
            </a:r>
            <a:endParaRPr b="1"/>
          </a:p>
        </p:txBody>
      </p:sp>
      <p:sp>
        <p:nvSpPr>
          <p:cNvPr id="1853" name="Google Shape;1853;p55"/>
          <p:cNvSpPr txBox="1"/>
          <p:nvPr/>
        </p:nvSpPr>
        <p:spPr>
          <a:xfrm>
            <a:off x="916950" y="1303775"/>
            <a:ext cx="7593600" cy="3417000"/>
          </a:xfrm>
          <a:prstGeom prst="rect">
            <a:avLst/>
          </a:prstGeom>
          <a:noFill/>
          <a:ln>
            <a:noFill/>
          </a:ln>
        </p:spPr>
        <p:txBody>
          <a:bodyPr spcFirstLastPara="1" wrap="square" lIns="91425" tIns="91425" rIns="91425" bIns="91425" anchor="t" anchorCtr="0">
            <a:spAutoFit/>
          </a:bodyPr>
          <a:lstStyle/>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Face detection</a:t>
            </a:r>
            <a:r>
              <a:rPr lang="en" sz="1500">
                <a:solidFill>
                  <a:schemeClr val="accent6"/>
                </a:solidFill>
                <a:latin typeface="Bai Jamjuree Medium"/>
                <a:ea typeface="Bai Jamjuree Medium"/>
                <a:cs typeface="Bai Jamjuree Medium"/>
                <a:sym typeface="Bai Jamjuree Medium"/>
              </a:rPr>
              <a:t> – SVMc classify parts of the image as a face and non-face and create a square boundary around the face.</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Text and hypertext categorization</a:t>
            </a:r>
            <a:r>
              <a:rPr lang="en" sz="1500">
                <a:solidFill>
                  <a:schemeClr val="accent6"/>
                </a:solidFill>
                <a:latin typeface="Bai Jamjuree Medium"/>
                <a:ea typeface="Bai Jamjuree Medium"/>
                <a:cs typeface="Bai Jamjuree Medium"/>
                <a:sym typeface="Bai Jamjuree Medium"/>
              </a:rPr>
              <a:t> – SVMs allow Text and hypertext categorization for both inductive and transductive models. They use training data to classify documents into different categories. It categorizes on the basis of the score generated and then compares with the threshold value.</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Classification of images</a:t>
            </a:r>
            <a:r>
              <a:rPr lang="en" sz="1500">
                <a:solidFill>
                  <a:schemeClr val="accent6"/>
                </a:solidFill>
                <a:latin typeface="Bai Jamjuree Medium"/>
                <a:ea typeface="Bai Jamjuree Medium"/>
                <a:cs typeface="Bai Jamjuree Medium"/>
                <a:sym typeface="Bai Jamjuree Medium"/>
              </a:rPr>
              <a:t> –  for better search accuracy for image classification. </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Bioinformatics</a:t>
            </a:r>
            <a:r>
              <a:rPr lang="en" sz="1500">
                <a:solidFill>
                  <a:schemeClr val="accent6"/>
                </a:solidFill>
                <a:latin typeface="Bai Jamjuree Medium"/>
                <a:ea typeface="Bai Jamjuree Medium"/>
                <a:cs typeface="Bai Jamjuree Medium"/>
                <a:sym typeface="Bai Jamjuree Medium"/>
              </a:rPr>
              <a:t> – for identifying the classification of genes, patients on the basis of genes and other biological problems.</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a:buAutoNum type="arabicPeriod"/>
            </a:pPr>
            <a:r>
              <a:rPr lang="en" sz="1500" b="1" i="1" u="sng">
                <a:solidFill>
                  <a:schemeClr val="accent6"/>
                </a:solidFill>
                <a:latin typeface="Bai Jamjuree"/>
                <a:ea typeface="Bai Jamjuree"/>
                <a:cs typeface="Bai Jamjuree"/>
                <a:sym typeface="Bai Jamjuree"/>
              </a:rPr>
              <a:t>Protein fold and remote homology detection  .</a:t>
            </a:r>
            <a:endParaRPr sz="1500" b="1" i="1" u="sng">
              <a:solidFill>
                <a:schemeClr val="accent6"/>
              </a:solidFill>
              <a:latin typeface="Bai Jamjuree"/>
              <a:ea typeface="Bai Jamjuree"/>
              <a:cs typeface="Bai Jamjuree"/>
              <a:sym typeface="Bai Jamjuree"/>
            </a:endParaRPr>
          </a:p>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To recognize handwritten</a:t>
            </a:r>
            <a:r>
              <a:rPr lang="en" sz="1500">
                <a:solidFill>
                  <a:schemeClr val="accent6"/>
                </a:solidFill>
                <a:latin typeface="Bai Jamjuree Medium"/>
                <a:ea typeface="Bai Jamjuree Medium"/>
                <a:cs typeface="Bai Jamjuree Medium"/>
                <a:sym typeface="Bai Jamjuree Medium"/>
              </a:rPr>
              <a:t> characters used widely.</a:t>
            </a:r>
            <a:endParaRPr sz="1500">
              <a:solidFill>
                <a:schemeClr val="accent6"/>
              </a:solidFill>
              <a:latin typeface="Bai Jamjuree Medium"/>
              <a:ea typeface="Bai Jamjuree Medium"/>
              <a:cs typeface="Bai Jamjuree Medium"/>
              <a:sym typeface="Bai Jamjuree Medium"/>
            </a:endParaRPr>
          </a:p>
          <a:p>
            <a:pPr marL="457200" lvl="0" indent="-323850" algn="l" rtl="0">
              <a:spcBef>
                <a:spcPts val="0"/>
              </a:spcBef>
              <a:spcAft>
                <a:spcPts val="0"/>
              </a:spcAft>
              <a:buClr>
                <a:schemeClr val="accent6"/>
              </a:buClr>
              <a:buSzPts val="1500"/>
              <a:buFont typeface="Bai Jamjuree Medium"/>
              <a:buAutoNum type="arabicPeriod"/>
            </a:pPr>
            <a:r>
              <a:rPr lang="en" sz="1500" b="1" i="1" u="sng">
                <a:solidFill>
                  <a:schemeClr val="accent6"/>
                </a:solidFill>
                <a:latin typeface="Bai Jamjuree"/>
                <a:ea typeface="Bai Jamjuree"/>
                <a:cs typeface="Bai Jamjuree"/>
                <a:sym typeface="Bai Jamjuree"/>
              </a:rPr>
              <a:t>In Generalized predictive control(GPC)</a:t>
            </a:r>
            <a:r>
              <a:rPr lang="en" sz="1500">
                <a:solidFill>
                  <a:schemeClr val="accent6"/>
                </a:solidFill>
                <a:latin typeface="Bai Jamjuree Medium"/>
                <a:ea typeface="Bai Jamjuree Medium"/>
                <a:cs typeface="Bai Jamjuree Medium"/>
                <a:sym typeface="Bai Jamjuree Medium"/>
              </a:rPr>
              <a:t> to control chaotic dynamics with useful parameters.</a:t>
            </a:r>
            <a:endParaRPr sz="1500">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57"/>
        <p:cNvGrpSpPr/>
        <p:nvPr/>
      </p:nvGrpSpPr>
      <p:grpSpPr>
        <a:xfrm>
          <a:off x="0" y="0"/>
          <a:ext cx="0" cy="0"/>
          <a:chOff x="0" y="0"/>
          <a:chExt cx="0" cy="0"/>
        </a:xfrm>
      </p:grpSpPr>
      <p:sp>
        <p:nvSpPr>
          <p:cNvPr id="1858" name="Google Shape;1858;p56"/>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a:t>How does SVM works?</a:t>
            </a:r>
            <a:endParaRPr/>
          </a:p>
        </p:txBody>
      </p:sp>
      <p:sp>
        <p:nvSpPr>
          <p:cNvPr id="1859" name="Google Shape;1859;p56"/>
          <p:cNvSpPr txBox="1"/>
          <p:nvPr/>
        </p:nvSpPr>
        <p:spPr>
          <a:xfrm>
            <a:off x="715500" y="1260800"/>
            <a:ext cx="7479900" cy="3540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accent6"/>
                </a:solidFill>
              </a:rPr>
              <a:t>An SVM model is basically a representation of different classes in a hyperplane in multidimensional space. The hyperplane will be generated in an iterative manner by SVM so that the error can be minimized. The goal of SVM is to divide the datasets into classes to find a maximum marginal hyperplane (MMH).</a:t>
            </a:r>
            <a:endParaRPr sz="1600">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r>
              <a:rPr lang="en">
                <a:solidFill>
                  <a:schemeClr val="accent6"/>
                </a:solidFill>
              </a:rPr>
              <a:t>The followings are important concepts in SVM −</a:t>
            </a:r>
            <a:endParaRPr>
              <a:solidFill>
                <a:schemeClr val="accent6"/>
              </a:solidFill>
            </a:endParaRPr>
          </a:p>
          <a:p>
            <a:pPr marL="457200" lvl="0" indent="-317500" algn="l" rtl="0">
              <a:spcBef>
                <a:spcPts val="0"/>
              </a:spcBef>
              <a:spcAft>
                <a:spcPts val="0"/>
              </a:spcAft>
              <a:buClr>
                <a:schemeClr val="accent6"/>
              </a:buClr>
              <a:buSzPts val="1400"/>
              <a:buChar char="●"/>
            </a:pPr>
            <a:r>
              <a:rPr lang="en" b="1" i="1" u="sng">
                <a:solidFill>
                  <a:schemeClr val="accent6"/>
                </a:solidFill>
              </a:rPr>
              <a:t>Support Vectors</a:t>
            </a:r>
            <a:r>
              <a:rPr lang="en">
                <a:solidFill>
                  <a:schemeClr val="accent6"/>
                </a:solidFill>
              </a:rPr>
              <a:t> − Data points that are closest to the hyperplane is called support vectors. Separating line will be defined with the help of these data points.</a:t>
            </a:r>
            <a:endParaRPr>
              <a:solidFill>
                <a:schemeClr val="accent6"/>
              </a:solidFill>
            </a:endParaRPr>
          </a:p>
          <a:p>
            <a:pPr marL="457200" lvl="0" indent="-317500" algn="l" rtl="0">
              <a:spcBef>
                <a:spcPts val="0"/>
              </a:spcBef>
              <a:spcAft>
                <a:spcPts val="0"/>
              </a:spcAft>
              <a:buClr>
                <a:schemeClr val="accent6"/>
              </a:buClr>
              <a:buSzPts val="1400"/>
              <a:buChar char="●"/>
            </a:pPr>
            <a:r>
              <a:rPr lang="en" b="1" i="1" u="sng">
                <a:solidFill>
                  <a:schemeClr val="accent6"/>
                </a:solidFill>
              </a:rPr>
              <a:t>Hyperplane</a:t>
            </a:r>
            <a:r>
              <a:rPr lang="en">
                <a:solidFill>
                  <a:schemeClr val="accent6"/>
                </a:solidFill>
              </a:rPr>
              <a:t> − As we can see in the above diagram, it is a decision plane or space which is divided between a set of objects having different classes.</a:t>
            </a:r>
            <a:endParaRPr>
              <a:solidFill>
                <a:schemeClr val="accent6"/>
              </a:solidFill>
            </a:endParaRPr>
          </a:p>
          <a:p>
            <a:pPr marL="457200" lvl="0" indent="-317500" algn="l" rtl="0">
              <a:spcBef>
                <a:spcPts val="0"/>
              </a:spcBef>
              <a:spcAft>
                <a:spcPts val="0"/>
              </a:spcAft>
              <a:buClr>
                <a:schemeClr val="accent6"/>
              </a:buClr>
              <a:buSzPts val="1400"/>
              <a:buChar char="●"/>
            </a:pPr>
            <a:r>
              <a:rPr lang="en" b="1" i="1" u="sng">
                <a:solidFill>
                  <a:schemeClr val="accent6"/>
                </a:solidFill>
              </a:rPr>
              <a:t>Margin</a:t>
            </a:r>
            <a:r>
              <a:rPr lang="en">
                <a:solidFill>
                  <a:schemeClr val="accent6"/>
                </a:solidFill>
              </a:rPr>
              <a:t> − It may be defined as the gap between two lines on the closet data points of different classes. It can be calculated as the perpendicular distance from the line to the support vectors. Large margin is considered as a good margin and small margin is considered as a bad margin.</a:t>
            </a:r>
            <a:endParaRPr>
              <a:solidFill>
                <a:schemeClr val="accent6"/>
              </a:solidFill>
            </a:endParaRPr>
          </a:p>
          <a:p>
            <a:pPr marL="0" lvl="0" indent="0" algn="l" rtl="0">
              <a:spcBef>
                <a:spcPts val="0"/>
              </a:spcBef>
              <a:spcAft>
                <a:spcPts val="0"/>
              </a:spcAft>
              <a:buNone/>
            </a:pPr>
            <a:endParaRPr>
              <a:solidFill>
                <a:schemeClr val="accent6"/>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63"/>
        <p:cNvGrpSpPr/>
        <p:nvPr/>
      </p:nvGrpSpPr>
      <p:grpSpPr>
        <a:xfrm>
          <a:off x="0" y="0"/>
          <a:ext cx="0" cy="0"/>
          <a:chOff x="0" y="0"/>
          <a:chExt cx="0" cy="0"/>
        </a:xfrm>
      </p:grpSpPr>
      <p:pic>
        <p:nvPicPr>
          <p:cNvPr id="1864" name="Google Shape;1864;p57"/>
          <p:cNvPicPr preferRelativeResize="0"/>
          <p:nvPr/>
        </p:nvPicPr>
        <p:blipFill>
          <a:blip r:embed="rId3">
            <a:alphaModFix/>
          </a:blip>
          <a:stretch>
            <a:fillRect/>
          </a:stretch>
        </p:blipFill>
        <p:spPr>
          <a:xfrm>
            <a:off x="1862898" y="1189150"/>
            <a:ext cx="5418201" cy="3418525"/>
          </a:xfrm>
          <a:prstGeom prst="rect">
            <a:avLst/>
          </a:prstGeom>
          <a:noFill/>
          <a:ln>
            <a:noFill/>
          </a:ln>
        </p:spPr>
      </p:pic>
      <p:sp>
        <p:nvSpPr>
          <p:cNvPr id="1865" name="Google Shape;1865;p57"/>
          <p:cNvSpPr txBox="1"/>
          <p:nvPr/>
        </p:nvSpPr>
        <p:spPr>
          <a:xfrm>
            <a:off x="544450" y="429825"/>
            <a:ext cx="77367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6"/>
                </a:solidFill>
                <a:latin typeface="Aldrich"/>
                <a:ea typeface="Aldrich"/>
                <a:cs typeface="Aldrich"/>
                <a:sym typeface="Aldrich"/>
              </a:rPr>
              <a:t>The approach is to </a:t>
            </a:r>
            <a:r>
              <a:rPr lang="en" i="1" u="sng">
                <a:solidFill>
                  <a:schemeClr val="accent6"/>
                </a:solidFill>
                <a:latin typeface="Aldrich"/>
                <a:ea typeface="Aldrich"/>
                <a:cs typeface="Aldrich"/>
                <a:sym typeface="Aldrich"/>
              </a:rPr>
              <a:t>select a hyperplane</a:t>
            </a:r>
            <a:r>
              <a:rPr lang="en">
                <a:solidFill>
                  <a:schemeClr val="accent6"/>
                </a:solidFill>
                <a:latin typeface="Aldrich"/>
                <a:ea typeface="Aldrich"/>
                <a:cs typeface="Aldrich"/>
                <a:sym typeface="Aldrich"/>
              </a:rPr>
              <a:t> with the maximum possible margin between the </a:t>
            </a:r>
            <a:r>
              <a:rPr lang="en" i="1" u="sng">
                <a:solidFill>
                  <a:schemeClr val="accent6"/>
                </a:solidFill>
                <a:latin typeface="Aldrich"/>
                <a:ea typeface="Aldrich"/>
                <a:cs typeface="Aldrich"/>
                <a:sym typeface="Aldrich"/>
              </a:rPr>
              <a:t>support vectors</a:t>
            </a:r>
            <a:r>
              <a:rPr lang="en">
                <a:solidFill>
                  <a:schemeClr val="accent6"/>
                </a:solidFill>
                <a:latin typeface="Aldrich"/>
                <a:ea typeface="Aldrich"/>
                <a:cs typeface="Aldrich"/>
                <a:sym typeface="Aldrich"/>
              </a:rPr>
              <a:t> in the given data-sets.</a:t>
            </a:r>
            <a:endParaRPr>
              <a:solidFill>
                <a:schemeClr val="accent6"/>
              </a:solidFill>
              <a:latin typeface="Aldrich"/>
              <a:ea typeface="Aldrich"/>
              <a:cs typeface="Aldrich"/>
              <a:sym typeface="Aldrich"/>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69"/>
        <p:cNvGrpSpPr/>
        <p:nvPr/>
      </p:nvGrpSpPr>
      <p:grpSpPr>
        <a:xfrm>
          <a:off x="0" y="0"/>
          <a:ext cx="0" cy="0"/>
          <a:chOff x="0" y="0"/>
          <a:chExt cx="0" cy="0"/>
        </a:xfrm>
      </p:grpSpPr>
      <p:sp>
        <p:nvSpPr>
          <p:cNvPr id="1870" name="Google Shape;1870;p58"/>
          <p:cNvSpPr txBox="1">
            <a:spLocks noGrp="1"/>
          </p:cNvSpPr>
          <p:nvPr>
            <p:ph type="title"/>
          </p:nvPr>
        </p:nvSpPr>
        <p:spPr>
          <a:xfrm>
            <a:off x="658175" y="673400"/>
            <a:ext cx="7713000" cy="5433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sz="1400"/>
              <a:t>To select the maximum hyperplane in the given sets, the support vector machine follows the following sets:</a:t>
            </a:r>
            <a:endParaRPr sz="1400"/>
          </a:p>
          <a:p>
            <a:pPr marL="457200" lvl="0" indent="0" algn="l" rtl="0">
              <a:spcBef>
                <a:spcPts val="0"/>
              </a:spcBef>
              <a:spcAft>
                <a:spcPts val="0"/>
              </a:spcAft>
              <a:buNone/>
            </a:pPr>
            <a:endParaRPr sz="1400"/>
          </a:p>
        </p:txBody>
      </p:sp>
      <p:pic>
        <p:nvPicPr>
          <p:cNvPr id="1871" name="Google Shape;1871;p58"/>
          <p:cNvPicPr preferRelativeResize="0"/>
          <p:nvPr/>
        </p:nvPicPr>
        <p:blipFill>
          <a:blip r:embed="rId3">
            <a:alphaModFix/>
          </a:blip>
          <a:stretch>
            <a:fillRect/>
          </a:stretch>
        </p:blipFill>
        <p:spPr>
          <a:xfrm>
            <a:off x="3051750" y="1594950"/>
            <a:ext cx="4656351" cy="3025575"/>
          </a:xfrm>
          <a:prstGeom prst="rect">
            <a:avLst/>
          </a:prstGeom>
          <a:noFill/>
          <a:ln>
            <a:noFill/>
          </a:ln>
        </p:spPr>
      </p:pic>
      <p:sp>
        <p:nvSpPr>
          <p:cNvPr id="1872" name="Google Shape;1872;p58"/>
          <p:cNvSpPr txBox="1"/>
          <p:nvPr/>
        </p:nvSpPr>
        <p:spPr>
          <a:xfrm>
            <a:off x="501450" y="1506938"/>
            <a:ext cx="2192100" cy="3201600"/>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Clr>
                <a:schemeClr val="lt1"/>
              </a:buClr>
              <a:buSzPts val="1400"/>
              <a:buFont typeface="Aldrich"/>
              <a:buChar char="●"/>
            </a:pPr>
            <a:r>
              <a:rPr lang="en">
                <a:solidFill>
                  <a:schemeClr val="lt1"/>
                </a:solidFill>
                <a:latin typeface="Aldrich"/>
                <a:ea typeface="Aldrich"/>
                <a:cs typeface="Aldrich"/>
                <a:sym typeface="Aldrich"/>
              </a:rPr>
              <a:t>Generate hyperplanes which segregates the classes in the best possible way</a:t>
            </a:r>
            <a:endParaRPr>
              <a:solidFill>
                <a:schemeClr val="lt1"/>
              </a:solidFill>
              <a:latin typeface="Aldrich"/>
              <a:ea typeface="Aldrich"/>
              <a:cs typeface="Aldrich"/>
              <a:sym typeface="Aldrich"/>
            </a:endParaRPr>
          </a:p>
          <a:p>
            <a:pPr marL="457200" lvl="0" indent="-317500" algn="l" rtl="0">
              <a:spcBef>
                <a:spcPts val="0"/>
              </a:spcBef>
              <a:spcAft>
                <a:spcPts val="0"/>
              </a:spcAft>
              <a:buClr>
                <a:schemeClr val="lt1"/>
              </a:buClr>
              <a:buSzPts val="1400"/>
              <a:buFont typeface="Aldrich"/>
              <a:buChar char="●"/>
            </a:pPr>
            <a:r>
              <a:rPr lang="en">
                <a:solidFill>
                  <a:schemeClr val="lt1"/>
                </a:solidFill>
                <a:latin typeface="Aldrich"/>
                <a:ea typeface="Aldrich"/>
                <a:cs typeface="Aldrich"/>
                <a:sym typeface="Aldrich"/>
              </a:rPr>
              <a:t>Choose the right hyperplane with the maximum segregation from either nearest data points</a:t>
            </a:r>
            <a:endParaRPr>
              <a:latin typeface="Bai Jamjuree"/>
              <a:ea typeface="Bai Jamjuree"/>
              <a:cs typeface="Bai Jamjuree"/>
              <a:sym typeface="Bai Jamjuree"/>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76"/>
        <p:cNvGrpSpPr/>
        <p:nvPr/>
      </p:nvGrpSpPr>
      <p:grpSpPr>
        <a:xfrm>
          <a:off x="0" y="0"/>
          <a:ext cx="0" cy="0"/>
          <a:chOff x="0" y="0"/>
          <a:chExt cx="0" cy="0"/>
        </a:xfrm>
      </p:grpSpPr>
      <p:sp>
        <p:nvSpPr>
          <p:cNvPr id="1877" name="Google Shape;1877;p59"/>
          <p:cNvSpPr txBox="1">
            <a:spLocks noGrp="1"/>
          </p:cNvSpPr>
          <p:nvPr>
            <p:ph type="title"/>
          </p:nvPr>
        </p:nvSpPr>
        <p:spPr>
          <a:xfrm>
            <a:off x="715500" y="614450"/>
            <a:ext cx="7713000" cy="9234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sz="2800" u="sng"/>
              <a:t>How to deal with inseparable and non-linear planes</a:t>
            </a:r>
            <a:endParaRPr sz="2800" u="sng"/>
          </a:p>
        </p:txBody>
      </p:sp>
      <p:sp>
        <p:nvSpPr>
          <p:cNvPr id="1878" name="Google Shape;1878;p59"/>
          <p:cNvSpPr txBox="1"/>
          <p:nvPr/>
        </p:nvSpPr>
        <p:spPr>
          <a:xfrm>
            <a:off x="944250" y="2006975"/>
            <a:ext cx="6812700" cy="1954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300">
                <a:solidFill>
                  <a:schemeClr val="accent6"/>
                </a:solidFill>
                <a:latin typeface="Bai Jamjuree Medium"/>
                <a:ea typeface="Bai Jamjuree Medium"/>
                <a:cs typeface="Bai Jamjuree Medium"/>
                <a:sym typeface="Bai Jamjuree Medium"/>
              </a:rPr>
              <a:t>In some cases, hyperplanes can not be very efficient. In those cases, the support vector machine uses </a:t>
            </a:r>
            <a:r>
              <a:rPr lang="en" sz="2300" b="1" i="1" u="sng">
                <a:solidFill>
                  <a:schemeClr val="accent6"/>
                </a:solidFill>
                <a:latin typeface="Bai Jamjuree"/>
                <a:ea typeface="Bai Jamjuree"/>
                <a:cs typeface="Bai Jamjuree"/>
                <a:sym typeface="Bai Jamjuree"/>
              </a:rPr>
              <a:t>a kernel trick</a:t>
            </a:r>
            <a:r>
              <a:rPr lang="en" sz="2300">
                <a:solidFill>
                  <a:schemeClr val="accent6"/>
                </a:solidFill>
                <a:latin typeface="Bai Jamjuree Medium"/>
                <a:ea typeface="Bai Jamjuree Medium"/>
                <a:cs typeface="Bai Jamjuree Medium"/>
                <a:sym typeface="Bai Jamjuree Medium"/>
              </a:rPr>
              <a:t> to transform the input into a higher-dimensional space. With this, it becomes easier to segregate the points. </a:t>
            </a:r>
            <a:endParaRPr sz="2300">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82"/>
        <p:cNvGrpSpPr/>
        <p:nvPr/>
      </p:nvGrpSpPr>
      <p:grpSpPr>
        <a:xfrm>
          <a:off x="0" y="0"/>
          <a:ext cx="0" cy="0"/>
          <a:chOff x="0" y="0"/>
          <a:chExt cx="0" cy="0"/>
        </a:xfrm>
      </p:grpSpPr>
      <p:sp>
        <p:nvSpPr>
          <p:cNvPr id="1883" name="Google Shape;1883;p60"/>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a:t>What is a Kernel in SVM?</a:t>
            </a:r>
            <a:endParaRPr/>
          </a:p>
        </p:txBody>
      </p:sp>
      <p:sp>
        <p:nvSpPr>
          <p:cNvPr id="1884" name="Google Shape;1884;p60"/>
          <p:cNvSpPr txBox="1"/>
          <p:nvPr/>
        </p:nvSpPr>
        <p:spPr>
          <a:xfrm>
            <a:off x="715500" y="1324950"/>
            <a:ext cx="7250400" cy="3255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a:solidFill>
                  <a:schemeClr val="accent6"/>
                </a:solidFill>
                <a:latin typeface="Bai Jamjuree Medium"/>
                <a:ea typeface="Bai Jamjuree Medium"/>
                <a:cs typeface="Bai Jamjuree Medium"/>
                <a:sym typeface="Bai Jamjuree Medium"/>
              </a:rPr>
              <a:t>Kernels are a way to solve non-linear problems with the help of linear classifiers. This is known as the </a:t>
            </a:r>
            <a:r>
              <a:rPr lang="en" sz="1500" b="1" i="1" u="sng">
                <a:solidFill>
                  <a:schemeClr val="accent6"/>
                </a:solidFill>
                <a:latin typeface="Bai Jamjuree"/>
                <a:ea typeface="Bai Jamjuree"/>
                <a:cs typeface="Bai Jamjuree"/>
                <a:sym typeface="Bai Jamjuree"/>
              </a:rPr>
              <a:t>kernel trick method.</a:t>
            </a:r>
            <a:r>
              <a:rPr lang="en">
                <a:solidFill>
                  <a:schemeClr val="accent6"/>
                </a:solidFill>
                <a:latin typeface="Bai Jamjuree Medium"/>
                <a:ea typeface="Bai Jamjuree Medium"/>
                <a:cs typeface="Bai Jamjuree Medium"/>
                <a:sym typeface="Bai Jamjuree Medium"/>
              </a:rPr>
              <a:t> </a:t>
            </a:r>
            <a:endParaRPr>
              <a:solidFill>
                <a:schemeClr val="accent6"/>
              </a:solidFill>
              <a:latin typeface="Bai Jamjuree Medium"/>
              <a:ea typeface="Bai Jamjuree Medium"/>
              <a:cs typeface="Bai Jamjuree Medium"/>
              <a:sym typeface="Bai Jamjuree Medium"/>
            </a:endParaRPr>
          </a:p>
          <a:p>
            <a:pPr marL="0" lvl="0" indent="0" algn="l" rtl="0">
              <a:lnSpc>
                <a:spcPct val="115000"/>
              </a:lnSpc>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lnSpc>
                <a:spcPct val="115000"/>
              </a:lnSpc>
              <a:spcBef>
                <a:spcPts val="0"/>
              </a:spcBef>
              <a:spcAft>
                <a:spcPts val="0"/>
              </a:spcAft>
              <a:buNone/>
            </a:pPr>
            <a:r>
              <a:rPr lang="en">
                <a:solidFill>
                  <a:schemeClr val="accent6"/>
                </a:solidFill>
                <a:latin typeface="Bai Jamjuree Medium"/>
                <a:ea typeface="Bai Jamjuree Medium"/>
                <a:cs typeface="Bai Jamjuree Medium"/>
                <a:sym typeface="Bai Jamjuree Medium"/>
              </a:rPr>
              <a:t>A kernel is a function used in SVM for helping to solve problems. They provide shortcuts to avoid complex calculations. </a:t>
            </a:r>
            <a:r>
              <a:rPr lang="en">
                <a:solidFill>
                  <a:schemeClr val="lt1"/>
                </a:solidFill>
                <a:latin typeface="Bai Jamjuree Medium"/>
                <a:ea typeface="Bai Jamjuree Medium"/>
                <a:cs typeface="Bai Jamjuree Medium"/>
                <a:sym typeface="Bai Jamjuree Medium"/>
              </a:rPr>
              <a:t>We can go up to an infinite number of dimensions using kernels. </a:t>
            </a:r>
            <a:r>
              <a:rPr lang="en">
                <a:solidFill>
                  <a:schemeClr val="accent6"/>
                </a:solidFill>
                <a:latin typeface="Bai Jamjuree Medium"/>
                <a:ea typeface="Bai Jamjuree Medium"/>
                <a:cs typeface="Bai Jamjuree Medium"/>
                <a:sym typeface="Bai Jamjuree Medium"/>
              </a:rPr>
              <a:t>The amazing thing about kernel is that we can go to higher dimensions and perform smooth calculations with the help of it.</a:t>
            </a:r>
            <a:endParaRPr>
              <a:solidFill>
                <a:schemeClr val="accent6"/>
              </a:solidFill>
              <a:latin typeface="Bai Jamjuree Medium"/>
              <a:ea typeface="Bai Jamjuree Medium"/>
              <a:cs typeface="Bai Jamjuree Medium"/>
              <a:sym typeface="Bai Jamjuree Medium"/>
            </a:endParaRPr>
          </a:p>
          <a:p>
            <a:pPr marL="0" lvl="0" indent="0" algn="l" rtl="0">
              <a:lnSpc>
                <a:spcPct val="115000"/>
              </a:lnSpc>
              <a:spcBef>
                <a:spcPts val="1400"/>
              </a:spcBef>
              <a:spcAft>
                <a:spcPts val="0"/>
              </a:spcAft>
              <a:buNone/>
            </a:pPr>
            <a:r>
              <a:rPr lang="en">
                <a:solidFill>
                  <a:schemeClr val="accent6"/>
                </a:solidFill>
                <a:latin typeface="Bai Jamjuree Medium"/>
                <a:ea typeface="Bai Jamjuree Medium"/>
                <a:cs typeface="Bai Jamjuree Medium"/>
                <a:sym typeface="Bai Jamjuree Medium"/>
              </a:rPr>
              <a:t>In simple words, kernel converts non-separable problems into separable problems by adding more dimensions to it.</a:t>
            </a:r>
            <a:endParaRPr>
              <a:solidFill>
                <a:schemeClr val="accent6"/>
              </a:solidFill>
              <a:latin typeface="Bai Jamjuree Medium"/>
              <a:ea typeface="Bai Jamjuree Medium"/>
              <a:cs typeface="Bai Jamjuree Medium"/>
              <a:sym typeface="Bai Jamjuree Medium"/>
            </a:endParaRPr>
          </a:p>
          <a:p>
            <a:pPr marL="0" lvl="0" indent="0" algn="l" rtl="0">
              <a:lnSpc>
                <a:spcPct val="115000"/>
              </a:lnSpc>
              <a:spcBef>
                <a:spcPts val="1400"/>
              </a:spcBef>
              <a:spcAft>
                <a:spcPts val="1400"/>
              </a:spcAft>
              <a:buNone/>
            </a:pPr>
            <a:r>
              <a:rPr lang="en">
                <a:solidFill>
                  <a:schemeClr val="accent6"/>
                </a:solidFill>
                <a:latin typeface="Bai Jamjuree Medium"/>
                <a:ea typeface="Bai Jamjuree Medium"/>
                <a:cs typeface="Bai Jamjuree Medium"/>
                <a:sym typeface="Bai Jamjuree Medium"/>
              </a:rPr>
              <a:t> It makes SVM more powerful, flexible and accurate. The following are some of the types of kernels used by SVM.</a:t>
            </a:r>
            <a:endParaRPr>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88"/>
        <p:cNvGrpSpPr/>
        <p:nvPr/>
      </p:nvGrpSpPr>
      <p:grpSpPr>
        <a:xfrm>
          <a:off x="0" y="0"/>
          <a:ext cx="0" cy="0"/>
          <a:chOff x="0" y="0"/>
          <a:chExt cx="0" cy="0"/>
        </a:xfrm>
      </p:grpSpPr>
      <p:sp>
        <p:nvSpPr>
          <p:cNvPr id="1889" name="Google Shape;1889;p61"/>
          <p:cNvSpPr txBox="1">
            <a:spLocks noGrp="1"/>
          </p:cNvSpPr>
          <p:nvPr>
            <p:ph type="title"/>
          </p:nvPr>
        </p:nvSpPr>
        <p:spPr>
          <a:xfrm>
            <a:off x="715500" y="2013975"/>
            <a:ext cx="7713000" cy="22698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en" u="sng"/>
              <a:t>Types of Kernel</a:t>
            </a:r>
            <a:endParaRPr u="sng"/>
          </a:p>
          <a:p>
            <a:pPr marL="0" lvl="0" indent="0" algn="ctr" rtl="0">
              <a:spcBef>
                <a:spcPts val="0"/>
              </a:spcBef>
              <a:spcAft>
                <a:spcPts val="0"/>
              </a:spcAft>
              <a:buNone/>
            </a:pPr>
            <a:endParaRPr/>
          </a:p>
          <a:p>
            <a:pPr marL="0" lvl="0" indent="0" algn="ctr" rtl="0">
              <a:spcBef>
                <a:spcPts val="0"/>
              </a:spcBef>
              <a:spcAft>
                <a:spcPts val="0"/>
              </a:spcAft>
              <a:buNone/>
            </a:pPr>
            <a:r>
              <a:rPr lang="en"/>
              <a:t>1.Linear Kernel</a:t>
            </a:r>
            <a:endParaRPr/>
          </a:p>
          <a:p>
            <a:pPr marL="0" lvl="0" indent="0" algn="ctr" rtl="0">
              <a:spcBef>
                <a:spcPts val="0"/>
              </a:spcBef>
              <a:spcAft>
                <a:spcPts val="0"/>
              </a:spcAft>
              <a:buNone/>
            </a:pPr>
            <a:r>
              <a:rPr lang="en"/>
              <a:t>2.Polynomial Kernel</a:t>
            </a:r>
            <a:endParaRPr/>
          </a:p>
          <a:p>
            <a:pPr marL="0" lvl="0" indent="0" algn="ctr" rtl="0">
              <a:spcBef>
                <a:spcPts val="0"/>
              </a:spcBef>
              <a:spcAft>
                <a:spcPts val="0"/>
              </a:spcAft>
              <a:buNone/>
            </a:pPr>
            <a:r>
              <a:rPr lang="en"/>
              <a:t>3.Radial Basis Function </a:t>
            </a:r>
            <a:endParaRPr/>
          </a:p>
        </p:txBody>
      </p:sp>
      <p:sp>
        <p:nvSpPr>
          <p:cNvPr id="1890" name="Google Shape;1890;p61"/>
          <p:cNvSpPr txBox="1"/>
          <p:nvPr/>
        </p:nvSpPr>
        <p:spPr>
          <a:xfrm>
            <a:off x="916925" y="630400"/>
            <a:ext cx="6848400" cy="1046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6"/>
                </a:solidFill>
                <a:latin typeface="Bai Jamjuree SemiBold"/>
                <a:ea typeface="Bai Jamjuree SemiBold"/>
                <a:cs typeface="Bai Jamjuree SemiBold"/>
                <a:sym typeface="Bai Jamjuree SemiBold"/>
              </a:rPr>
              <a:t>A support vector machine is implemented in practice by a kernel. The kernel trick helps to make a more accurate classifier. </a:t>
            </a:r>
            <a:endParaRPr>
              <a:solidFill>
                <a:schemeClr val="accent6"/>
              </a:solidFill>
              <a:latin typeface="Bai Jamjuree SemiBold"/>
              <a:ea typeface="Bai Jamjuree SemiBold"/>
              <a:cs typeface="Bai Jamjuree SemiBold"/>
              <a:sym typeface="Bai Jamjuree SemiBold"/>
            </a:endParaRPr>
          </a:p>
          <a:p>
            <a:pPr marL="0" lvl="0" indent="0" algn="l" rtl="0">
              <a:spcBef>
                <a:spcPts val="0"/>
              </a:spcBef>
              <a:spcAft>
                <a:spcPts val="0"/>
              </a:spcAft>
              <a:buNone/>
            </a:pPr>
            <a:endParaRPr>
              <a:solidFill>
                <a:schemeClr val="accent6"/>
              </a:solidFill>
              <a:latin typeface="Bai Jamjuree SemiBold"/>
              <a:ea typeface="Bai Jamjuree SemiBold"/>
              <a:cs typeface="Bai Jamjuree SemiBold"/>
              <a:sym typeface="Bai Jamjuree SemiBold"/>
            </a:endParaRPr>
          </a:p>
          <a:p>
            <a:pPr marL="0" lvl="0" indent="0" algn="l" rtl="0">
              <a:spcBef>
                <a:spcPts val="0"/>
              </a:spcBef>
              <a:spcAft>
                <a:spcPts val="0"/>
              </a:spcAft>
              <a:buNone/>
            </a:pPr>
            <a:r>
              <a:rPr lang="en">
                <a:solidFill>
                  <a:schemeClr val="accent6"/>
                </a:solidFill>
                <a:latin typeface="Bai Jamjuree SemiBold"/>
                <a:ea typeface="Bai Jamjuree SemiBold"/>
                <a:cs typeface="Bai Jamjuree SemiBold"/>
                <a:sym typeface="Bai Jamjuree SemiBold"/>
              </a:rPr>
              <a:t>Below are the different kernels in the Support vector machine -</a:t>
            </a:r>
            <a:endParaRPr>
              <a:solidFill>
                <a:schemeClr val="accent6"/>
              </a:solidFill>
              <a:latin typeface="Bai Jamjuree SemiBold"/>
              <a:ea typeface="Bai Jamjuree SemiBold"/>
              <a:cs typeface="Bai Jamjuree SemiBold"/>
              <a:sym typeface="Bai Jamjuree SemiBo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94"/>
        <p:cNvGrpSpPr/>
        <p:nvPr/>
      </p:nvGrpSpPr>
      <p:grpSpPr>
        <a:xfrm>
          <a:off x="0" y="0"/>
          <a:ext cx="0" cy="0"/>
          <a:chOff x="0" y="0"/>
          <a:chExt cx="0" cy="0"/>
        </a:xfrm>
      </p:grpSpPr>
      <p:sp>
        <p:nvSpPr>
          <p:cNvPr id="1895" name="Google Shape;1895;p62"/>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u="sng"/>
              <a:t>Linear Kernel </a:t>
            </a:r>
            <a:endParaRPr u="sng"/>
          </a:p>
        </p:txBody>
      </p:sp>
      <p:sp>
        <p:nvSpPr>
          <p:cNvPr id="1896" name="Google Shape;1896;p62"/>
          <p:cNvSpPr txBox="1"/>
          <p:nvPr/>
        </p:nvSpPr>
        <p:spPr>
          <a:xfrm>
            <a:off x="788000" y="1432725"/>
            <a:ext cx="7713000" cy="255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6"/>
                </a:solidFill>
              </a:rPr>
              <a:t>Linear Kernel</a:t>
            </a:r>
            <a:endParaRPr>
              <a:solidFill>
                <a:schemeClr val="accent6"/>
              </a:solidFill>
            </a:endParaRPr>
          </a:p>
          <a:p>
            <a:pPr marL="0" lvl="0" indent="0" algn="l" rtl="0">
              <a:spcBef>
                <a:spcPts val="0"/>
              </a:spcBef>
              <a:spcAft>
                <a:spcPts val="0"/>
              </a:spcAft>
              <a:buNone/>
            </a:pPr>
            <a:r>
              <a:rPr lang="en">
                <a:solidFill>
                  <a:schemeClr val="accent6"/>
                </a:solidFill>
              </a:rPr>
              <a:t>It can be used as a dot product between any two observations. The formula of linear kernel is as below −</a:t>
            </a: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endParaRPr>
              <a:solidFill>
                <a:schemeClr val="accent6"/>
              </a:solidFill>
            </a:endParaRPr>
          </a:p>
          <a:p>
            <a:pPr marL="0" lvl="0" indent="0" algn="l" rtl="0">
              <a:spcBef>
                <a:spcPts val="0"/>
              </a:spcBef>
              <a:spcAft>
                <a:spcPts val="0"/>
              </a:spcAft>
              <a:buNone/>
            </a:pPr>
            <a:r>
              <a:rPr lang="en">
                <a:solidFill>
                  <a:schemeClr val="accent6"/>
                </a:solidFill>
              </a:rPr>
              <a:t>From the above formula, we can see that the product between two vectors say 𝑥 &amp; 𝑥𝑖 is the sum of the multiplication of each pair of input values.</a:t>
            </a:r>
            <a:endParaRPr>
              <a:solidFill>
                <a:schemeClr val="accent6"/>
              </a:solidFill>
            </a:endParaRPr>
          </a:p>
        </p:txBody>
      </p:sp>
      <p:pic>
        <p:nvPicPr>
          <p:cNvPr id="1897" name="Google Shape;1897;p62"/>
          <p:cNvPicPr preferRelativeResize="0"/>
          <p:nvPr/>
        </p:nvPicPr>
        <p:blipFill rotWithShape="1">
          <a:blip r:embed="rId3">
            <a:alphaModFix/>
          </a:blip>
          <a:srcRect l="26062" t="23383" r="53042" b="66718"/>
          <a:stretch/>
        </p:blipFill>
        <p:spPr>
          <a:xfrm>
            <a:off x="2793825" y="2316409"/>
            <a:ext cx="3405048" cy="9072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01"/>
        <p:cNvGrpSpPr/>
        <p:nvPr/>
      </p:nvGrpSpPr>
      <p:grpSpPr>
        <a:xfrm>
          <a:off x="0" y="0"/>
          <a:ext cx="0" cy="0"/>
          <a:chOff x="0" y="0"/>
          <a:chExt cx="0" cy="0"/>
        </a:xfrm>
      </p:grpSpPr>
      <p:sp>
        <p:nvSpPr>
          <p:cNvPr id="1902" name="Google Shape;1902;p63"/>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u="sng"/>
              <a:t>Polynomial Kernel</a:t>
            </a:r>
            <a:endParaRPr u="sng"/>
          </a:p>
        </p:txBody>
      </p:sp>
      <p:pic>
        <p:nvPicPr>
          <p:cNvPr id="1903" name="Google Shape;1903;p63"/>
          <p:cNvPicPr preferRelativeResize="0"/>
          <p:nvPr/>
        </p:nvPicPr>
        <p:blipFill rotWithShape="1">
          <a:blip r:embed="rId3">
            <a:alphaModFix/>
          </a:blip>
          <a:srcRect l="26248" t="61461" r="47994" b="30784"/>
          <a:stretch/>
        </p:blipFill>
        <p:spPr>
          <a:xfrm>
            <a:off x="2034498" y="2478602"/>
            <a:ext cx="4652899" cy="788000"/>
          </a:xfrm>
          <a:prstGeom prst="rect">
            <a:avLst/>
          </a:prstGeom>
          <a:noFill/>
          <a:ln>
            <a:noFill/>
          </a:ln>
        </p:spPr>
      </p:pic>
      <p:sp>
        <p:nvSpPr>
          <p:cNvPr id="1904" name="Google Shape;1904;p63"/>
          <p:cNvSpPr txBox="1"/>
          <p:nvPr/>
        </p:nvSpPr>
        <p:spPr>
          <a:xfrm>
            <a:off x="959925" y="1216500"/>
            <a:ext cx="7006200" cy="320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r>
              <a:rPr lang="en">
                <a:solidFill>
                  <a:schemeClr val="accent6"/>
                </a:solidFill>
                <a:latin typeface="Bai Jamjuree Medium"/>
                <a:ea typeface="Bai Jamjuree Medium"/>
                <a:cs typeface="Bai Jamjuree Medium"/>
                <a:sym typeface="Bai Jamjuree Medium"/>
              </a:rPr>
              <a:t>It is more generalized form of linear kernel . It distinguish curved or nonlinear input space. Following is the formula for polynomial kernel −</a:t>
            </a: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endParaRPr>
              <a:solidFill>
                <a:schemeClr val="accent6"/>
              </a:solidFill>
              <a:latin typeface="Bai Jamjuree Medium"/>
              <a:ea typeface="Bai Jamjuree Medium"/>
              <a:cs typeface="Bai Jamjuree Medium"/>
              <a:sym typeface="Bai Jamjuree Medium"/>
            </a:endParaRPr>
          </a:p>
          <a:p>
            <a:pPr marL="0" lvl="0" indent="0" algn="l" rtl="0">
              <a:spcBef>
                <a:spcPts val="0"/>
              </a:spcBef>
              <a:spcAft>
                <a:spcPts val="0"/>
              </a:spcAft>
              <a:buNone/>
            </a:pPr>
            <a:r>
              <a:rPr lang="en">
                <a:solidFill>
                  <a:schemeClr val="accent6"/>
                </a:solidFill>
                <a:latin typeface="Bai Jamjuree Medium"/>
                <a:ea typeface="Bai Jamjuree Medium"/>
                <a:cs typeface="Bai Jamjuree Medium"/>
                <a:sym typeface="Bai Jamjuree Medium"/>
              </a:rPr>
              <a:t>Here d is the degree of polynomial, which we need to specify manually in the learning algorithm.</a:t>
            </a:r>
            <a:endParaRPr>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08"/>
        <p:cNvGrpSpPr/>
        <p:nvPr/>
      </p:nvGrpSpPr>
      <p:grpSpPr>
        <a:xfrm>
          <a:off x="0" y="0"/>
          <a:ext cx="0" cy="0"/>
          <a:chOff x="0" y="0"/>
          <a:chExt cx="0" cy="0"/>
        </a:xfrm>
      </p:grpSpPr>
      <p:sp>
        <p:nvSpPr>
          <p:cNvPr id="1909" name="Google Shape;1909;p64"/>
          <p:cNvSpPr txBox="1">
            <a:spLocks noGrp="1"/>
          </p:cNvSpPr>
          <p:nvPr>
            <p:ph type="title"/>
          </p:nvPr>
        </p:nvSpPr>
        <p:spPr>
          <a:xfrm>
            <a:off x="715500" y="538250"/>
            <a:ext cx="7713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u="sng"/>
              <a:t>Radial Basis Function</a:t>
            </a:r>
            <a:endParaRPr u="sng"/>
          </a:p>
        </p:txBody>
      </p:sp>
      <p:sp>
        <p:nvSpPr>
          <p:cNvPr id="1910" name="Google Shape;1910;p64"/>
          <p:cNvSpPr txBox="1"/>
          <p:nvPr/>
        </p:nvSpPr>
        <p:spPr>
          <a:xfrm>
            <a:off x="715500" y="1303800"/>
            <a:ext cx="67062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6"/>
                </a:solidFill>
                <a:latin typeface="Bai Jamjuree Medium"/>
                <a:ea typeface="Bai Jamjuree Medium"/>
                <a:cs typeface="Bai Jamjuree Medium"/>
                <a:sym typeface="Bai Jamjuree Medium"/>
              </a:rPr>
              <a:t>RBF kernel, mostly used in SVM classification, maps input space in indefinite dimensional space. Following formula explains it mathematically −</a:t>
            </a:r>
            <a:endParaRPr>
              <a:solidFill>
                <a:schemeClr val="accent6"/>
              </a:solidFill>
              <a:latin typeface="Bai Jamjuree Medium"/>
              <a:ea typeface="Bai Jamjuree Medium"/>
              <a:cs typeface="Bai Jamjuree Medium"/>
              <a:sym typeface="Bai Jamjuree Medium"/>
            </a:endParaRPr>
          </a:p>
        </p:txBody>
      </p:sp>
      <p:pic>
        <p:nvPicPr>
          <p:cNvPr id="1911" name="Google Shape;1911;p64"/>
          <p:cNvPicPr preferRelativeResize="0"/>
          <p:nvPr/>
        </p:nvPicPr>
        <p:blipFill rotWithShape="1">
          <a:blip r:embed="rId3">
            <a:alphaModFix/>
          </a:blip>
          <a:srcRect l="25783" t="56566" r="42854" b="34782"/>
          <a:stretch/>
        </p:blipFill>
        <p:spPr>
          <a:xfrm>
            <a:off x="1747925" y="2292375"/>
            <a:ext cx="5170848" cy="802324"/>
          </a:xfrm>
          <a:prstGeom prst="rect">
            <a:avLst/>
          </a:prstGeom>
          <a:noFill/>
          <a:ln>
            <a:noFill/>
          </a:ln>
        </p:spPr>
      </p:pic>
      <p:sp>
        <p:nvSpPr>
          <p:cNvPr id="1912" name="Google Shape;1912;p64"/>
          <p:cNvSpPr txBox="1"/>
          <p:nvPr/>
        </p:nvSpPr>
        <p:spPr>
          <a:xfrm>
            <a:off x="873975" y="3624800"/>
            <a:ext cx="58311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6"/>
                </a:solidFill>
                <a:latin typeface="Bai Jamjuree Medium"/>
                <a:ea typeface="Bai Jamjuree Medium"/>
                <a:cs typeface="Bai Jamjuree Medium"/>
                <a:sym typeface="Bai Jamjuree Medium"/>
              </a:rPr>
              <a:t>Here, gamma ranges from 0 to 1. We need to manually specify it in the learning algorithm. A good default value of gamma is 0.1.</a:t>
            </a:r>
            <a:endParaRPr>
              <a:solidFill>
                <a:schemeClr val="accent6"/>
              </a:solidFill>
              <a:latin typeface="Bai Jamjuree Medium"/>
              <a:ea typeface="Bai Jamjuree Medium"/>
              <a:cs typeface="Bai Jamjuree Medium"/>
              <a:sym typeface="Bai Jamjuree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16"/>
        <p:cNvGrpSpPr/>
        <p:nvPr/>
      </p:nvGrpSpPr>
      <p:grpSpPr>
        <a:xfrm>
          <a:off x="0" y="0"/>
          <a:ext cx="0" cy="0"/>
          <a:chOff x="0" y="0"/>
          <a:chExt cx="0" cy="0"/>
        </a:xfrm>
      </p:grpSpPr>
      <p:sp>
        <p:nvSpPr>
          <p:cNvPr id="1917" name="Google Shape;1917;p65"/>
          <p:cNvSpPr txBox="1">
            <a:spLocks noGrp="1"/>
          </p:cNvSpPr>
          <p:nvPr>
            <p:ph type="subTitle" idx="2"/>
          </p:nvPr>
        </p:nvSpPr>
        <p:spPr>
          <a:xfrm>
            <a:off x="4852825" y="1161125"/>
            <a:ext cx="2911800" cy="2634600"/>
          </a:xfrm>
          <a:prstGeom prst="rect">
            <a:avLst/>
          </a:prstGeom>
        </p:spPr>
        <p:txBody>
          <a:bodyPr spcFirstLastPara="1" wrap="square" lIns="91425" tIns="0" rIns="91425" bIns="91425" anchor="t" anchorCtr="0">
            <a:noAutofit/>
          </a:bodyPr>
          <a:lstStyle/>
          <a:p>
            <a:pPr marL="457200" lvl="0" indent="-317500" algn="l" rtl="0">
              <a:spcBef>
                <a:spcPts val="0"/>
              </a:spcBef>
              <a:spcAft>
                <a:spcPts val="0"/>
              </a:spcAft>
              <a:buClr>
                <a:schemeClr val="accent6"/>
              </a:buClr>
              <a:buSzPts val="1400"/>
              <a:buChar char="●"/>
            </a:pPr>
            <a:r>
              <a:rPr lang="en">
                <a:solidFill>
                  <a:schemeClr val="accent6"/>
                </a:solidFill>
              </a:rPr>
              <a:t>If the number of features is much larger than the number of samples, avoid over-fitting in choosing kernel functions and regularization term is crucial.</a:t>
            </a:r>
            <a:endParaRPr>
              <a:solidFill>
                <a:schemeClr val="accent6"/>
              </a:solidFill>
            </a:endParaRPr>
          </a:p>
          <a:p>
            <a:pPr marL="457200" lvl="0" indent="-317500" algn="l" rtl="0">
              <a:spcBef>
                <a:spcPts val="0"/>
              </a:spcBef>
              <a:spcAft>
                <a:spcPts val="0"/>
              </a:spcAft>
              <a:buClr>
                <a:schemeClr val="accent6"/>
              </a:buClr>
              <a:buSzPts val="1400"/>
              <a:buChar char="●"/>
            </a:pPr>
            <a:r>
              <a:rPr lang="en">
                <a:solidFill>
                  <a:schemeClr val="accent6"/>
                </a:solidFill>
              </a:rPr>
              <a:t>SVMs do not directly provide probability estimates, these are calculated using five-fold cross-validation.</a:t>
            </a:r>
            <a:endParaRPr>
              <a:solidFill>
                <a:schemeClr val="accent6"/>
              </a:solidFill>
            </a:endParaRPr>
          </a:p>
          <a:p>
            <a:pPr marL="0" lvl="0" indent="0" algn="l" rtl="0">
              <a:spcBef>
                <a:spcPts val="0"/>
              </a:spcBef>
              <a:spcAft>
                <a:spcPts val="0"/>
              </a:spcAft>
              <a:buNone/>
            </a:pPr>
            <a:endParaRPr>
              <a:solidFill>
                <a:schemeClr val="accent6"/>
              </a:solidFill>
            </a:endParaRPr>
          </a:p>
        </p:txBody>
      </p:sp>
      <p:sp>
        <p:nvSpPr>
          <p:cNvPr id="1918" name="Google Shape;1918;p65"/>
          <p:cNvSpPr txBox="1">
            <a:spLocks noGrp="1"/>
          </p:cNvSpPr>
          <p:nvPr>
            <p:ph type="subTitle" idx="4"/>
          </p:nvPr>
        </p:nvSpPr>
        <p:spPr>
          <a:xfrm>
            <a:off x="873975" y="1205075"/>
            <a:ext cx="3381000" cy="2546700"/>
          </a:xfrm>
          <a:prstGeom prst="rect">
            <a:avLst/>
          </a:prstGeom>
        </p:spPr>
        <p:txBody>
          <a:bodyPr spcFirstLastPara="1" wrap="square" lIns="91425" tIns="0" rIns="91425" bIns="91425" anchor="t" anchorCtr="0">
            <a:noAutofit/>
          </a:bodyPr>
          <a:lstStyle/>
          <a:p>
            <a:pPr marL="457200" lvl="0" indent="-317500" algn="l" rtl="0">
              <a:spcBef>
                <a:spcPts val="0"/>
              </a:spcBef>
              <a:spcAft>
                <a:spcPts val="0"/>
              </a:spcAft>
              <a:buClr>
                <a:schemeClr val="accent6"/>
              </a:buClr>
              <a:buSzPts val="1400"/>
              <a:buChar char="●"/>
            </a:pPr>
            <a:r>
              <a:rPr lang="en">
                <a:solidFill>
                  <a:schemeClr val="accent6"/>
                </a:solidFill>
              </a:rPr>
              <a:t>Effective in high dimensional spaces</a:t>
            </a:r>
            <a:endParaRPr>
              <a:solidFill>
                <a:schemeClr val="accent6"/>
              </a:solidFill>
            </a:endParaRPr>
          </a:p>
          <a:p>
            <a:pPr marL="457200" lvl="0" indent="-317500" algn="l" rtl="0">
              <a:spcBef>
                <a:spcPts val="0"/>
              </a:spcBef>
              <a:spcAft>
                <a:spcPts val="0"/>
              </a:spcAft>
              <a:buClr>
                <a:schemeClr val="accent6"/>
              </a:buClr>
              <a:buSzPts val="1400"/>
              <a:buChar char="●"/>
            </a:pPr>
            <a:r>
              <a:rPr lang="en">
                <a:solidFill>
                  <a:schemeClr val="accent6"/>
                </a:solidFill>
              </a:rPr>
              <a:t>Still effective in cases where the number of dimensions is greater than the number of samples</a:t>
            </a:r>
            <a:endParaRPr>
              <a:solidFill>
                <a:schemeClr val="accent6"/>
              </a:solidFill>
            </a:endParaRPr>
          </a:p>
          <a:p>
            <a:pPr marL="457200" lvl="0" indent="-317500" algn="l" rtl="0">
              <a:spcBef>
                <a:spcPts val="0"/>
              </a:spcBef>
              <a:spcAft>
                <a:spcPts val="0"/>
              </a:spcAft>
              <a:buClr>
                <a:schemeClr val="accent6"/>
              </a:buClr>
              <a:buSzPts val="1400"/>
              <a:buChar char="●"/>
            </a:pPr>
            <a:r>
              <a:rPr lang="en">
                <a:solidFill>
                  <a:schemeClr val="accent6"/>
                </a:solidFill>
              </a:rPr>
              <a:t>Uses a subset of training points in the decision function that makes it memory efficient</a:t>
            </a:r>
            <a:endParaRPr>
              <a:solidFill>
                <a:schemeClr val="accent6"/>
              </a:solidFill>
            </a:endParaRPr>
          </a:p>
          <a:p>
            <a:pPr marL="457200" lvl="0" indent="-317500" algn="l" rtl="0">
              <a:spcBef>
                <a:spcPts val="0"/>
              </a:spcBef>
              <a:spcAft>
                <a:spcPts val="0"/>
              </a:spcAft>
              <a:buClr>
                <a:schemeClr val="accent6"/>
              </a:buClr>
              <a:buSzPts val="1400"/>
              <a:buChar char="●"/>
            </a:pPr>
            <a:r>
              <a:rPr lang="en">
                <a:solidFill>
                  <a:schemeClr val="accent6"/>
                </a:solidFill>
              </a:rPr>
              <a:t>Different kernel functions can be specified for the decision function that also makes it versatile</a:t>
            </a:r>
            <a:endParaRPr>
              <a:solidFill>
                <a:schemeClr val="accent6"/>
              </a:solidFill>
            </a:endParaRPr>
          </a:p>
          <a:p>
            <a:pPr marL="0" lvl="0" indent="0" algn="l" rtl="0">
              <a:spcBef>
                <a:spcPts val="0"/>
              </a:spcBef>
              <a:spcAft>
                <a:spcPts val="0"/>
              </a:spcAft>
              <a:buNone/>
            </a:pPr>
            <a:endParaRPr>
              <a:solidFill>
                <a:schemeClr val="accent6"/>
              </a:solidFill>
            </a:endParaRPr>
          </a:p>
        </p:txBody>
      </p:sp>
      <p:sp>
        <p:nvSpPr>
          <p:cNvPr id="1919" name="Google Shape;1919;p65"/>
          <p:cNvSpPr txBox="1">
            <a:spLocks noGrp="1"/>
          </p:cNvSpPr>
          <p:nvPr>
            <p:ph type="title"/>
          </p:nvPr>
        </p:nvSpPr>
        <p:spPr>
          <a:xfrm>
            <a:off x="1403225" y="609900"/>
            <a:ext cx="26370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u="sng">
                <a:solidFill>
                  <a:schemeClr val="lt2"/>
                </a:solidFill>
              </a:rPr>
              <a:t>Advantage</a:t>
            </a:r>
            <a:endParaRPr u="sng">
              <a:solidFill>
                <a:schemeClr val="lt2"/>
              </a:solidFill>
            </a:endParaRPr>
          </a:p>
        </p:txBody>
      </p:sp>
      <p:sp>
        <p:nvSpPr>
          <p:cNvPr id="1920" name="Google Shape;1920;p65"/>
          <p:cNvSpPr txBox="1">
            <a:spLocks noGrp="1"/>
          </p:cNvSpPr>
          <p:nvPr>
            <p:ph type="title"/>
          </p:nvPr>
        </p:nvSpPr>
        <p:spPr>
          <a:xfrm>
            <a:off x="4981776" y="547375"/>
            <a:ext cx="2911800" cy="4206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n" u="sng">
                <a:solidFill>
                  <a:schemeClr val="lt2"/>
                </a:solidFill>
              </a:rPr>
              <a:t>Disadvantage</a:t>
            </a:r>
            <a:endParaRPr u="sng">
              <a:solidFill>
                <a:schemeClr val="lt2"/>
              </a:solidFill>
            </a:endParaRPr>
          </a:p>
        </p:txBody>
      </p:sp>
    </p:spTree>
  </p:cSld>
  <p:clrMapOvr>
    <a:masterClrMapping/>
  </p:clrMapOvr>
</p:sld>
</file>

<file path=ppt/theme/theme1.xml><?xml version="1.0" encoding="utf-8"?>
<a:theme xmlns:a="http://schemas.openxmlformats.org/drawingml/2006/main" name="Data Science Project Proposal by Slidesgo">
  <a:themeElements>
    <a:clrScheme name="Simple Light">
      <a:dk1>
        <a:srgbClr val="0E0E0E"/>
      </a:dk1>
      <a:lt1>
        <a:srgbClr val="FFFFFF"/>
      </a:lt1>
      <a:dk2>
        <a:srgbClr val="72F49A"/>
      </a:dk2>
      <a:lt2>
        <a:srgbClr val="47A5F3"/>
      </a:lt2>
      <a:accent1>
        <a:srgbClr val="F341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974</Words>
  <Application>Microsoft Office PowerPoint</Application>
  <PresentationFormat>On-screen Show (16:9)</PresentationFormat>
  <Paragraphs>74</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Bai Jamjuree</vt:lpstr>
      <vt:lpstr>Anaheim</vt:lpstr>
      <vt:lpstr>Bai Jamjuree SemiBold</vt:lpstr>
      <vt:lpstr>Aldrich</vt:lpstr>
      <vt:lpstr>Arial</vt:lpstr>
      <vt:lpstr>Bai Jamjuree Medium</vt:lpstr>
      <vt:lpstr>Data Science Project Proposal by Slidesgo</vt:lpstr>
      <vt:lpstr>SVM(Support Vector Machine)</vt:lpstr>
      <vt:lpstr>SVM (Support Vector Machine)</vt:lpstr>
      <vt:lpstr>Applications of SVM in Real Life -</vt:lpstr>
      <vt:lpstr>How does SVM works?</vt:lpstr>
      <vt:lpstr>PowerPoint Presentation</vt:lpstr>
      <vt:lpstr>To select the maximum hyperplane in the given sets, the support vector machine follows the following sets: </vt:lpstr>
      <vt:lpstr>How to deal with inseparable and non-linear planes</vt:lpstr>
      <vt:lpstr>What is a Kernel in SVM?</vt:lpstr>
      <vt:lpstr>Types of Kernel  1.Linear Kernel 2.Polynomial Kernel 3.Radial Basis Function </vt:lpstr>
      <vt:lpstr>Linear Kernel </vt:lpstr>
      <vt:lpstr>Polynomial Kernel</vt:lpstr>
      <vt:lpstr>Radial Basis Function</vt:lpstr>
      <vt:lpstr>Advantage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SVM(Support Vector Machine)</dc:title>
  <dc:creator>Amit Yadav</dc:creator>
  <cp:lastModifiedBy>Amit Yadav</cp:lastModifiedBy>
  <cp:revision>1</cp:revision>
  <dcterms:modified xsi:type="dcterms:W3CDTF">2022-08-31T02:31:23Z</dcterms:modified>
</cp:coreProperties>
</file>